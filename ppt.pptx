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257" r:id="rId6"/>
    <p:sldId id="295" r:id="rId7"/>
    <p:sldId id="288" r:id="rId8"/>
    <p:sldId id="286" r:id="rId9"/>
    <p:sldId id="290" r:id="rId10"/>
    <p:sldId id="294" r:id="rId11"/>
    <p:sldId id="289" r:id="rId12"/>
    <p:sldId id="298" r:id="rId13"/>
    <p:sldId id="291" r:id="rId14"/>
    <p:sldId id="29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5646" autoAdjust="0"/>
  </p:normalViewPr>
  <p:slideViewPr>
    <p:cSldViewPr snapToGrid="0">
      <p:cViewPr varScale="1">
        <p:scale>
          <a:sx n="105" d="100"/>
          <a:sy n="105" d="100"/>
        </p:scale>
        <p:origin x="164" y="72"/>
      </p:cViewPr>
      <p:guideLst/>
    </p:cSldViewPr>
  </p:slideViewPr>
  <p:outlineViewPr>
    <p:cViewPr>
      <p:scale>
        <a:sx n="33" d="100"/>
        <a:sy n="33" d="100"/>
      </p:scale>
      <p:origin x="0" y="-576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58" d="100"/>
          <a:sy n="58" d="100"/>
        </p:scale>
        <p:origin x="2371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49C6534-C529-48D0-A260-4449056D4416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D"/>
        </a:p>
      </dgm:t>
    </dgm:pt>
    <dgm:pt modelId="{F2ABA714-F006-4AE0-AA3D-71B1A01E0464}">
      <dgm:prSet phldrT="[Text]"/>
      <dgm:spPr/>
      <dgm:t>
        <a:bodyPr/>
        <a:lstStyle/>
        <a:p>
          <a:r>
            <a:rPr lang="en-US"/>
            <a:t>Document</a:t>
          </a:r>
          <a:endParaRPr lang="en-ID" dirty="0"/>
        </a:p>
      </dgm:t>
    </dgm:pt>
    <dgm:pt modelId="{40802795-9DB1-4C9C-81C3-7FFA9B2F0E33}" type="parTrans" cxnId="{574356F8-AB81-41A5-865C-4305824A943C}">
      <dgm:prSet/>
      <dgm:spPr/>
      <dgm:t>
        <a:bodyPr/>
        <a:lstStyle/>
        <a:p>
          <a:endParaRPr lang="en-ID"/>
        </a:p>
      </dgm:t>
    </dgm:pt>
    <dgm:pt modelId="{7F75C95C-C676-48A4-AE5B-30AABB07EA33}" type="sibTrans" cxnId="{574356F8-AB81-41A5-865C-4305824A943C}">
      <dgm:prSet/>
      <dgm:spPr/>
      <dgm:t>
        <a:bodyPr/>
        <a:lstStyle/>
        <a:p>
          <a:endParaRPr lang="en-ID"/>
        </a:p>
      </dgm:t>
    </dgm:pt>
    <dgm:pt modelId="{7BB5CB1A-6EAD-4E29-BD61-27819E44AC0F}">
      <dgm:prSet/>
      <dgm:spPr/>
      <dgm:t>
        <a:bodyPr/>
        <a:lstStyle/>
        <a:p>
          <a:r>
            <a:rPr lang="en-US"/>
            <a:t>&lt;HTML&gt;</a:t>
          </a:r>
          <a:endParaRPr lang="en-US" dirty="0"/>
        </a:p>
      </dgm:t>
    </dgm:pt>
    <dgm:pt modelId="{A1E48DA8-8EB3-45C3-9F92-BD534EFAF04B}" type="parTrans" cxnId="{D8441BEF-D151-4834-A1A7-F697FA574914}">
      <dgm:prSet/>
      <dgm:spPr/>
      <dgm:t>
        <a:bodyPr/>
        <a:lstStyle/>
        <a:p>
          <a:endParaRPr lang="en-ID"/>
        </a:p>
      </dgm:t>
    </dgm:pt>
    <dgm:pt modelId="{F4E96D6F-E63C-43F9-8066-CCA318C80496}" type="sibTrans" cxnId="{D8441BEF-D151-4834-A1A7-F697FA574914}">
      <dgm:prSet/>
      <dgm:spPr/>
      <dgm:t>
        <a:bodyPr/>
        <a:lstStyle/>
        <a:p>
          <a:endParaRPr lang="en-ID"/>
        </a:p>
      </dgm:t>
    </dgm:pt>
    <dgm:pt modelId="{1474AC4A-7A1C-4D0C-83E7-C5444B741260}">
      <dgm:prSet/>
      <dgm:spPr/>
      <dgm:t>
        <a:bodyPr/>
        <a:lstStyle/>
        <a:p>
          <a:r>
            <a:rPr lang="en-US" dirty="0"/>
            <a:t>&lt;HEAR&gt;</a:t>
          </a:r>
        </a:p>
      </dgm:t>
    </dgm:pt>
    <dgm:pt modelId="{960A7A3D-8CCB-4794-AC48-0BD1BCB62086}" type="parTrans" cxnId="{4CB93F31-F397-468C-9FB7-D4ED12215E22}">
      <dgm:prSet/>
      <dgm:spPr/>
      <dgm:t>
        <a:bodyPr/>
        <a:lstStyle/>
        <a:p>
          <a:endParaRPr lang="en-ID"/>
        </a:p>
      </dgm:t>
    </dgm:pt>
    <dgm:pt modelId="{BB99D0CC-140D-4DF3-A091-AE48807F93B5}" type="sibTrans" cxnId="{4CB93F31-F397-468C-9FB7-D4ED12215E22}">
      <dgm:prSet/>
      <dgm:spPr/>
      <dgm:t>
        <a:bodyPr/>
        <a:lstStyle/>
        <a:p>
          <a:endParaRPr lang="en-ID"/>
        </a:p>
      </dgm:t>
    </dgm:pt>
    <dgm:pt modelId="{AD785834-55D8-4F83-A8F0-0E970767A9A3}">
      <dgm:prSet/>
      <dgm:spPr/>
      <dgm:t>
        <a:bodyPr/>
        <a:lstStyle/>
        <a:p>
          <a:r>
            <a:rPr lang="en-US"/>
            <a:t>&lt;TITLE&gt;</a:t>
          </a:r>
          <a:endParaRPr lang="en-US" dirty="0"/>
        </a:p>
      </dgm:t>
    </dgm:pt>
    <dgm:pt modelId="{0A281496-12BE-42BF-828E-861C2D8F131F}" type="parTrans" cxnId="{BC9E9349-C16E-45B3-96A5-EDAB5FCDD9D8}">
      <dgm:prSet/>
      <dgm:spPr/>
      <dgm:t>
        <a:bodyPr/>
        <a:lstStyle/>
        <a:p>
          <a:endParaRPr lang="en-ID"/>
        </a:p>
      </dgm:t>
    </dgm:pt>
    <dgm:pt modelId="{84C26F27-3AC2-43DA-A88B-6532D333ABC7}" type="sibTrans" cxnId="{BC9E9349-C16E-45B3-96A5-EDAB5FCDD9D8}">
      <dgm:prSet/>
      <dgm:spPr/>
      <dgm:t>
        <a:bodyPr/>
        <a:lstStyle/>
        <a:p>
          <a:endParaRPr lang="en-ID"/>
        </a:p>
      </dgm:t>
    </dgm:pt>
    <dgm:pt modelId="{1FDAAA8F-9BC4-4A06-851B-7266328DD4A9}">
      <dgm:prSet/>
      <dgm:spPr/>
      <dgm:t>
        <a:bodyPr/>
        <a:lstStyle/>
        <a:p>
          <a:r>
            <a:rPr lang="en-US"/>
            <a:t>&lt;BODY&gt;</a:t>
          </a:r>
          <a:endParaRPr lang="en-US" dirty="0"/>
        </a:p>
      </dgm:t>
    </dgm:pt>
    <dgm:pt modelId="{E27EF9FA-E850-49FA-BB6C-49AF5F47014D}" type="parTrans" cxnId="{3E832E54-057A-45A7-8093-9F9195B9F0FF}">
      <dgm:prSet/>
      <dgm:spPr/>
      <dgm:t>
        <a:bodyPr/>
        <a:lstStyle/>
        <a:p>
          <a:endParaRPr lang="en-ID"/>
        </a:p>
      </dgm:t>
    </dgm:pt>
    <dgm:pt modelId="{C22515B5-F272-42D6-8101-D125687A0682}" type="sibTrans" cxnId="{3E832E54-057A-45A7-8093-9F9195B9F0FF}">
      <dgm:prSet/>
      <dgm:spPr/>
      <dgm:t>
        <a:bodyPr/>
        <a:lstStyle/>
        <a:p>
          <a:endParaRPr lang="en-ID"/>
        </a:p>
      </dgm:t>
    </dgm:pt>
    <dgm:pt modelId="{61024E05-78AA-4ED8-A25A-A8F70696CAF9}">
      <dgm:prSet/>
      <dgm:spPr/>
      <dgm:t>
        <a:bodyPr/>
        <a:lstStyle/>
        <a:p>
          <a:r>
            <a:rPr lang="en-US"/>
            <a:t>&lt;H1&gt;</a:t>
          </a:r>
          <a:endParaRPr lang="en-US" dirty="0"/>
        </a:p>
      </dgm:t>
    </dgm:pt>
    <dgm:pt modelId="{0AD64267-68C5-4AAF-BF1E-A83C21611CFA}" type="parTrans" cxnId="{9C0F25B9-D143-4961-B512-6525886C945E}">
      <dgm:prSet/>
      <dgm:spPr/>
      <dgm:t>
        <a:bodyPr/>
        <a:lstStyle/>
        <a:p>
          <a:endParaRPr lang="en-ID"/>
        </a:p>
      </dgm:t>
    </dgm:pt>
    <dgm:pt modelId="{439B5DDD-F70D-4B2D-9450-07D0F9AF0D40}" type="sibTrans" cxnId="{9C0F25B9-D143-4961-B512-6525886C945E}">
      <dgm:prSet/>
      <dgm:spPr/>
      <dgm:t>
        <a:bodyPr/>
        <a:lstStyle/>
        <a:p>
          <a:endParaRPr lang="en-ID"/>
        </a:p>
      </dgm:t>
    </dgm:pt>
    <dgm:pt modelId="{BB572F23-CF16-4D94-B1CC-4DCFDA0C0947}">
      <dgm:prSet/>
      <dgm:spPr/>
      <dgm:t>
        <a:bodyPr/>
        <a:lstStyle/>
        <a:p>
          <a:r>
            <a:rPr lang="en-US"/>
            <a:t>&lt;SCRIPT&gt;</a:t>
          </a:r>
          <a:endParaRPr lang="en-ID" dirty="0"/>
        </a:p>
      </dgm:t>
    </dgm:pt>
    <dgm:pt modelId="{35B8F181-DDEB-42B6-A6C5-5B7B1246F68E}" type="parTrans" cxnId="{C3762225-A243-4F72-BA7F-C5494EF32A41}">
      <dgm:prSet/>
      <dgm:spPr/>
      <dgm:t>
        <a:bodyPr/>
        <a:lstStyle/>
        <a:p>
          <a:endParaRPr lang="en-ID"/>
        </a:p>
      </dgm:t>
    </dgm:pt>
    <dgm:pt modelId="{8F69F0DE-3F2C-43BF-AB29-75C2446BC19B}" type="sibTrans" cxnId="{C3762225-A243-4F72-BA7F-C5494EF32A41}">
      <dgm:prSet/>
      <dgm:spPr/>
      <dgm:t>
        <a:bodyPr/>
        <a:lstStyle/>
        <a:p>
          <a:endParaRPr lang="en-ID"/>
        </a:p>
      </dgm:t>
    </dgm:pt>
    <dgm:pt modelId="{4F5930C0-ECFD-4127-BCC3-AFF6B370426A}" type="pres">
      <dgm:prSet presAssocID="{149C6534-C529-48D0-A260-4449056D4416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9A04C94F-9022-4C82-9A59-6A729009982B}" type="pres">
      <dgm:prSet presAssocID="{F2ABA714-F006-4AE0-AA3D-71B1A01E0464}" presName="root1" presStyleCnt="0"/>
      <dgm:spPr/>
    </dgm:pt>
    <dgm:pt modelId="{BE971A4B-FEDF-497F-93C6-1CC25C4FB376}" type="pres">
      <dgm:prSet presAssocID="{F2ABA714-F006-4AE0-AA3D-71B1A01E0464}" presName="LevelOneTextNode" presStyleLbl="node0" presStyleIdx="0" presStyleCnt="1">
        <dgm:presLayoutVars>
          <dgm:chPref val="3"/>
        </dgm:presLayoutVars>
      </dgm:prSet>
      <dgm:spPr/>
    </dgm:pt>
    <dgm:pt modelId="{7EC61CEE-5790-4BB6-9BCF-E4B30B71044A}" type="pres">
      <dgm:prSet presAssocID="{F2ABA714-F006-4AE0-AA3D-71B1A01E0464}" presName="level2hierChild" presStyleCnt="0"/>
      <dgm:spPr/>
    </dgm:pt>
    <dgm:pt modelId="{2AD24D6B-ADEB-47C2-81F3-9A2C427F88AC}" type="pres">
      <dgm:prSet presAssocID="{A1E48DA8-8EB3-45C3-9F92-BD534EFAF04B}" presName="conn2-1" presStyleLbl="parChTrans1D2" presStyleIdx="0" presStyleCnt="1"/>
      <dgm:spPr/>
    </dgm:pt>
    <dgm:pt modelId="{9A0D55AE-94D8-4BE2-8C88-C321D2B4D684}" type="pres">
      <dgm:prSet presAssocID="{A1E48DA8-8EB3-45C3-9F92-BD534EFAF04B}" presName="connTx" presStyleLbl="parChTrans1D2" presStyleIdx="0" presStyleCnt="1"/>
      <dgm:spPr/>
    </dgm:pt>
    <dgm:pt modelId="{A32CEBF8-8D96-4EB4-A6E0-9F0679DF34AC}" type="pres">
      <dgm:prSet presAssocID="{7BB5CB1A-6EAD-4E29-BD61-27819E44AC0F}" presName="root2" presStyleCnt="0"/>
      <dgm:spPr/>
    </dgm:pt>
    <dgm:pt modelId="{A735151D-8DC9-4DCC-9239-387BB41BA46E}" type="pres">
      <dgm:prSet presAssocID="{7BB5CB1A-6EAD-4E29-BD61-27819E44AC0F}" presName="LevelTwoTextNode" presStyleLbl="node2" presStyleIdx="0" presStyleCnt="1">
        <dgm:presLayoutVars>
          <dgm:chPref val="3"/>
        </dgm:presLayoutVars>
      </dgm:prSet>
      <dgm:spPr/>
    </dgm:pt>
    <dgm:pt modelId="{5B40389F-271F-44A7-8BBC-61884C22CB4A}" type="pres">
      <dgm:prSet presAssocID="{7BB5CB1A-6EAD-4E29-BD61-27819E44AC0F}" presName="level3hierChild" presStyleCnt="0"/>
      <dgm:spPr/>
    </dgm:pt>
    <dgm:pt modelId="{A3FF1F1C-C5F2-4A0A-AA5E-3813E371ED93}" type="pres">
      <dgm:prSet presAssocID="{960A7A3D-8CCB-4794-AC48-0BD1BCB62086}" presName="conn2-1" presStyleLbl="parChTrans1D3" presStyleIdx="0" presStyleCnt="2"/>
      <dgm:spPr/>
    </dgm:pt>
    <dgm:pt modelId="{2F80D8A7-F11F-4590-B4E6-6C2CF8B69779}" type="pres">
      <dgm:prSet presAssocID="{960A7A3D-8CCB-4794-AC48-0BD1BCB62086}" presName="connTx" presStyleLbl="parChTrans1D3" presStyleIdx="0" presStyleCnt="2"/>
      <dgm:spPr/>
    </dgm:pt>
    <dgm:pt modelId="{784AD668-DEBE-44F1-A276-94ADFADBCDBD}" type="pres">
      <dgm:prSet presAssocID="{1474AC4A-7A1C-4D0C-83E7-C5444B741260}" presName="root2" presStyleCnt="0"/>
      <dgm:spPr/>
    </dgm:pt>
    <dgm:pt modelId="{FB728974-E0CB-4F7E-AF58-BF7209D053AC}" type="pres">
      <dgm:prSet presAssocID="{1474AC4A-7A1C-4D0C-83E7-C5444B741260}" presName="LevelTwoTextNode" presStyleLbl="node3" presStyleIdx="0" presStyleCnt="2">
        <dgm:presLayoutVars>
          <dgm:chPref val="3"/>
        </dgm:presLayoutVars>
      </dgm:prSet>
      <dgm:spPr/>
    </dgm:pt>
    <dgm:pt modelId="{07B132E4-0A2D-4EC5-A629-FF8B5BABF925}" type="pres">
      <dgm:prSet presAssocID="{1474AC4A-7A1C-4D0C-83E7-C5444B741260}" presName="level3hierChild" presStyleCnt="0"/>
      <dgm:spPr/>
    </dgm:pt>
    <dgm:pt modelId="{1B2052FE-BBB3-4EDF-AAED-F5A84340B5C6}" type="pres">
      <dgm:prSet presAssocID="{0A281496-12BE-42BF-828E-861C2D8F131F}" presName="conn2-1" presStyleLbl="parChTrans1D4" presStyleIdx="0" presStyleCnt="3"/>
      <dgm:spPr/>
    </dgm:pt>
    <dgm:pt modelId="{9B31A54C-016D-4780-B1CA-289F79E0F358}" type="pres">
      <dgm:prSet presAssocID="{0A281496-12BE-42BF-828E-861C2D8F131F}" presName="connTx" presStyleLbl="parChTrans1D4" presStyleIdx="0" presStyleCnt="3"/>
      <dgm:spPr/>
    </dgm:pt>
    <dgm:pt modelId="{C0EEC669-0A6F-41B6-B2C3-487E0D8A0119}" type="pres">
      <dgm:prSet presAssocID="{AD785834-55D8-4F83-A8F0-0E970767A9A3}" presName="root2" presStyleCnt="0"/>
      <dgm:spPr/>
    </dgm:pt>
    <dgm:pt modelId="{3A65F619-7F78-4C2D-AD69-D176C644819A}" type="pres">
      <dgm:prSet presAssocID="{AD785834-55D8-4F83-A8F0-0E970767A9A3}" presName="LevelTwoTextNode" presStyleLbl="node4" presStyleIdx="0" presStyleCnt="3">
        <dgm:presLayoutVars>
          <dgm:chPref val="3"/>
        </dgm:presLayoutVars>
      </dgm:prSet>
      <dgm:spPr/>
    </dgm:pt>
    <dgm:pt modelId="{F924A225-88C4-4965-BA64-677F5A53BDCA}" type="pres">
      <dgm:prSet presAssocID="{AD785834-55D8-4F83-A8F0-0E970767A9A3}" presName="level3hierChild" presStyleCnt="0"/>
      <dgm:spPr/>
    </dgm:pt>
    <dgm:pt modelId="{ACF2193F-772B-496A-9004-C085A563EA2E}" type="pres">
      <dgm:prSet presAssocID="{E27EF9FA-E850-49FA-BB6C-49AF5F47014D}" presName="conn2-1" presStyleLbl="parChTrans1D3" presStyleIdx="1" presStyleCnt="2"/>
      <dgm:spPr/>
    </dgm:pt>
    <dgm:pt modelId="{AE21C5AC-65B7-4BA1-B2D5-A9A0294A674C}" type="pres">
      <dgm:prSet presAssocID="{E27EF9FA-E850-49FA-BB6C-49AF5F47014D}" presName="connTx" presStyleLbl="parChTrans1D3" presStyleIdx="1" presStyleCnt="2"/>
      <dgm:spPr/>
    </dgm:pt>
    <dgm:pt modelId="{CA240712-40D6-48F4-9C76-0091ED9BC742}" type="pres">
      <dgm:prSet presAssocID="{1FDAAA8F-9BC4-4A06-851B-7266328DD4A9}" presName="root2" presStyleCnt="0"/>
      <dgm:spPr/>
    </dgm:pt>
    <dgm:pt modelId="{4D7A6013-C354-4F09-B1DF-82490C7E17CA}" type="pres">
      <dgm:prSet presAssocID="{1FDAAA8F-9BC4-4A06-851B-7266328DD4A9}" presName="LevelTwoTextNode" presStyleLbl="node3" presStyleIdx="1" presStyleCnt="2">
        <dgm:presLayoutVars>
          <dgm:chPref val="3"/>
        </dgm:presLayoutVars>
      </dgm:prSet>
      <dgm:spPr/>
    </dgm:pt>
    <dgm:pt modelId="{62EC1AD7-B2DD-4A61-BF55-064F0951381C}" type="pres">
      <dgm:prSet presAssocID="{1FDAAA8F-9BC4-4A06-851B-7266328DD4A9}" presName="level3hierChild" presStyleCnt="0"/>
      <dgm:spPr/>
    </dgm:pt>
    <dgm:pt modelId="{7BA05D5F-CF42-42A3-A28C-3209F68B210C}" type="pres">
      <dgm:prSet presAssocID="{0AD64267-68C5-4AAF-BF1E-A83C21611CFA}" presName="conn2-1" presStyleLbl="parChTrans1D4" presStyleIdx="1" presStyleCnt="3"/>
      <dgm:spPr/>
    </dgm:pt>
    <dgm:pt modelId="{158DF988-2537-4A8C-A50D-4D3B5D09BD85}" type="pres">
      <dgm:prSet presAssocID="{0AD64267-68C5-4AAF-BF1E-A83C21611CFA}" presName="connTx" presStyleLbl="parChTrans1D4" presStyleIdx="1" presStyleCnt="3"/>
      <dgm:spPr/>
    </dgm:pt>
    <dgm:pt modelId="{48B91AC1-74A6-4C25-B6CF-2D198E2BEE82}" type="pres">
      <dgm:prSet presAssocID="{61024E05-78AA-4ED8-A25A-A8F70696CAF9}" presName="root2" presStyleCnt="0"/>
      <dgm:spPr/>
    </dgm:pt>
    <dgm:pt modelId="{BDE44622-2F80-4EA8-85F7-9591905E1F8B}" type="pres">
      <dgm:prSet presAssocID="{61024E05-78AA-4ED8-A25A-A8F70696CAF9}" presName="LevelTwoTextNode" presStyleLbl="node4" presStyleIdx="1" presStyleCnt="3">
        <dgm:presLayoutVars>
          <dgm:chPref val="3"/>
        </dgm:presLayoutVars>
      </dgm:prSet>
      <dgm:spPr/>
    </dgm:pt>
    <dgm:pt modelId="{0DFAB2FC-F714-43F4-9CCD-B35D81D64A04}" type="pres">
      <dgm:prSet presAssocID="{61024E05-78AA-4ED8-A25A-A8F70696CAF9}" presName="level3hierChild" presStyleCnt="0"/>
      <dgm:spPr/>
    </dgm:pt>
    <dgm:pt modelId="{9707ABED-4995-4CD0-B673-2A1943471937}" type="pres">
      <dgm:prSet presAssocID="{35B8F181-DDEB-42B6-A6C5-5B7B1246F68E}" presName="conn2-1" presStyleLbl="parChTrans1D4" presStyleIdx="2" presStyleCnt="3"/>
      <dgm:spPr/>
    </dgm:pt>
    <dgm:pt modelId="{8C4FC932-C0E9-46FE-A18B-C70F1F4F8485}" type="pres">
      <dgm:prSet presAssocID="{35B8F181-DDEB-42B6-A6C5-5B7B1246F68E}" presName="connTx" presStyleLbl="parChTrans1D4" presStyleIdx="2" presStyleCnt="3"/>
      <dgm:spPr/>
    </dgm:pt>
    <dgm:pt modelId="{7B197A1D-4C09-459A-A4BF-A158A5CF6C3B}" type="pres">
      <dgm:prSet presAssocID="{BB572F23-CF16-4D94-B1CC-4DCFDA0C0947}" presName="root2" presStyleCnt="0"/>
      <dgm:spPr/>
    </dgm:pt>
    <dgm:pt modelId="{676897E1-53C6-4FB1-B79A-51FF1A06E3BC}" type="pres">
      <dgm:prSet presAssocID="{BB572F23-CF16-4D94-B1CC-4DCFDA0C0947}" presName="LevelTwoTextNode" presStyleLbl="node4" presStyleIdx="2" presStyleCnt="3">
        <dgm:presLayoutVars>
          <dgm:chPref val="3"/>
        </dgm:presLayoutVars>
      </dgm:prSet>
      <dgm:spPr/>
    </dgm:pt>
    <dgm:pt modelId="{6A53C4E3-9ED8-41AD-BC26-ADF3084FFA64}" type="pres">
      <dgm:prSet presAssocID="{BB572F23-CF16-4D94-B1CC-4DCFDA0C0947}" presName="level3hierChild" presStyleCnt="0"/>
      <dgm:spPr/>
    </dgm:pt>
  </dgm:ptLst>
  <dgm:cxnLst>
    <dgm:cxn modelId="{9CC9860C-F679-4AC2-9F05-9BC9AD5FF1C3}" type="presOf" srcId="{7BB5CB1A-6EAD-4E29-BD61-27819E44AC0F}" destId="{A735151D-8DC9-4DCC-9239-387BB41BA46E}" srcOrd="0" destOrd="0" presId="urn:microsoft.com/office/officeart/2005/8/layout/hierarchy2"/>
    <dgm:cxn modelId="{117B7E18-E4EE-46F5-8099-D855C55B9C47}" type="presOf" srcId="{960A7A3D-8CCB-4794-AC48-0BD1BCB62086}" destId="{2F80D8A7-F11F-4590-B4E6-6C2CF8B69779}" srcOrd="1" destOrd="0" presId="urn:microsoft.com/office/officeart/2005/8/layout/hierarchy2"/>
    <dgm:cxn modelId="{C3762225-A243-4F72-BA7F-C5494EF32A41}" srcId="{1FDAAA8F-9BC4-4A06-851B-7266328DD4A9}" destId="{BB572F23-CF16-4D94-B1CC-4DCFDA0C0947}" srcOrd="1" destOrd="0" parTransId="{35B8F181-DDEB-42B6-A6C5-5B7B1246F68E}" sibTransId="{8F69F0DE-3F2C-43BF-AB29-75C2446BC19B}"/>
    <dgm:cxn modelId="{A2393A26-18E7-432E-BF8D-033B8D4DCA6B}" type="presOf" srcId="{E27EF9FA-E850-49FA-BB6C-49AF5F47014D}" destId="{ACF2193F-772B-496A-9004-C085A563EA2E}" srcOrd="0" destOrd="0" presId="urn:microsoft.com/office/officeart/2005/8/layout/hierarchy2"/>
    <dgm:cxn modelId="{4CB93F31-F397-468C-9FB7-D4ED12215E22}" srcId="{7BB5CB1A-6EAD-4E29-BD61-27819E44AC0F}" destId="{1474AC4A-7A1C-4D0C-83E7-C5444B741260}" srcOrd="0" destOrd="0" parTransId="{960A7A3D-8CCB-4794-AC48-0BD1BCB62086}" sibTransId="{BB99D0CC-140D-4DF3-A091-AE48807F93B5}"/>
    <dgm:cxn modelId="{31F0E138-B00A-4825-B6B3-5F34E42FE93A}" type="presOf" srcId="{35B8F181-DDEB-42B6-A6C5-5B7B1246F68E}" destId="{9707ABED-4995-4CD0-B673-2A1943471937}" srcOrd="0" destOrd="0" presId="urn:microsoft.com/office/officeart/2005/8/layout/hierarchy2"/>
    <dgm:cxn modelId="{769A775C-9601-4B89-9CBF-23C5200603F2}" type="presOf" srcId="{0AD64267-68C5-4AAF-BF1E-A83C21611CFA}" destId="{7BA05D5F-CF42-42A3-A28C-3209F68B210C}" srcOrd="0" destOrd="0" presId="urn:microsoft.com/office/officeart/2005/8/layout/hierarchy2"/>
    <dgm:cxn modelId="{44702F62-6F02-4EE7-8632-11182464FC3F}" type="presOf" srcId="{A1E48DA8-8EB3-45C3-9F92-BD534EFAF04B}" destId="{2AD24D6B-ADEB-47C2-81F3-9A2C427F88AC}" srcOrd="0" destOrd="0" presId="urn:microsoft.com/office/officeart/2005/8/layout/hierarchy2"/>
    <dgm:cxn modelId="{4B5D1F65-932B-46F3-94B9-288349E34914}" type="presOf" srcId="{F2ABA714-F006-4AE0-AA3D-71B1A01E0464}" destId="{BE971A4B-FEDF-497F-93C6-1CC25C4FB376}" srcOrd="0" destOrd="0" presId="urn:microsoft.com/office/officeart/2005/8/layout/hierarchy2"/>
    <dgm:cxn modelId="{0FC82447-FA0A-4D43-A980-DD669F90E519}" type="presOf" srcId="{1FDAAA8F-9BC4-4A06-851B-7266328DD4A9}" destId="{4D7A6013-C354-4F09-B1DF-82490C7E17CA}" srcOrd="0" destOrd="0" presId="urn:microsoft.com/office/officeart/2005/8/layout/hierarchy2"/>
    <dgm:cxn modelId="{BC9E9349-C16E-45B3-96A5-EDAB5FCDD9D8}" srcId="{1474AC4A-7A1C-4D0C-83E7-C5444B741260}" destId="{AD785834-55D8-4F83-A8F0-0E970767A9A3}" srcOrd="0" destOrd="0" parTransId="{0A281496-12BE-42BF-828E-861C2D8F131F}" sibTransId="{84C26F27-3AC2-43DA-A88B-6532D333ABC7}"/>
    <dgm:cxn modelId="{3E832E54-057A-45A7-8093-9F9195B9F0FF}" srcId="{7BB5CB1A-6EAD-4E29-BD61-27819E44AC0F}" destId="{1FDAAA8F-9BC4-4A06-851B-7266328DD4A9}" srcOrd="1" destOrd="0" parTransId="{E27EF9FA-E850-49FA-BB6C-49AF5F47014D}" sibTransId="{C22515B5-F272-42D6-8101-D125687A0682}"/>
    <dgm:cxn modelId="{50099478-51FE-4303-8448-124FB6EF0FAC}" type="presOf" srcId="{1474AC4A-7A1C-4D0C-83E7-C5444B741260}" destId="{FB728974-E0CB-4F7E-AF58-BF7209D053AC}" srcOrd="0" destOrd="0" presId="urn:microsoft.com/office/officeart/2005/8/layout/hierarchy2"/>
    <dgm:cxn modelId="{56EB2359-A177-4670-8B0E-B530EBF8A712}" type="presOf" srcId="{61024E05-78AA-4ED8-A25A-A8F70696CAF9}" destId="{BDE44622-2F80-4EA8-85F7-9591905E1F8B}" srcOrd="0" destOrd="0" presId="urn:microsoft.com/office/officeart/2005/8/layout/hierarchy2"/>
    <dgm:cxn modelId="{98F43A59-A24C-47FD-BE68-77F57962A997}" type="presOf" srcId="{0A281496-12BE-42BF-828E-861C2D8F131F}" destId="{1B2052FE-BBB3-4EDF-AAED-F5A84340B5C6}" srcOrd="0" destOrd="0" presId="urn:microsoft.com/office/officeart/2005/8/layout/hierarchy2"/>
    <dgm:cxn modelId="{9495D55A-597D-4FB1-8C76-0543622FCBA4}" type="presOf" srcId="{A1E48DA8-8EB3-45C3-9F92-BD534EFAF04B}" destId="{9A0D55AE-94D8-4BE2-8C88-C321D2B4D684}" srcOrd="1" destOrd="0" presId="urn:microsoft.com/office/officeart/2005/8/layout/hierarchy2"/>
    <dgm:cxn modelId="{38864E88-1323-4EF9-92EF-BEA11EF4C7CF}" type="presOf" srcId="{149C6534-C529-48D0-A260-4449056D4416}" destId="{4F5930C0-ECFD-4127-BCC3-AFF6B370426A}" srcOrd="0" destOrd="0" presId="urn:microsoft.com/office/officeart/2005/8/layout/hierarchy2"/>
    <dgm:cxn modelId="{19935BA1-1F9F-4C90-BDB8-45054AF7D5D9}" type="presOf" srcId="{BB572F23-CF16-4D94-B1CC-4DCFDA0C0947}" destId="{676897E1-53C6-4FB1-B79A-51FF1A06E3BC}" srcOrd="0" destOrd="0" presId="urn:microsoft.com/office/officeart/2005/8/layout/hierarchy2"/>
    <dgm:cxn modelId="{3BA593AD-E796-4F38-9B09-9DC08BBD1F47}" type="presOf" srcId="{0A281496-12BE-42BF-828E-861C2D8F131F}" destId="{9B31A54C-016D-4780-B1CA-289F79E0F358}" srcOrd="1" destOrd="0" presId="urn:microsoft.com/office/officeart/2005/8/layout/hierarchy2"/>
    <dgm:cxn modelId="{9C9B54B3-1CFC-4CD3-8A57-3C96D434D0F0}" type="presOf" srcId="{0AD64267-68C5-4AAF-BF1E-A83C21611CFA}" destId="{158DF988-2537-4A8C-A50D-4D3B5D09BD85}" srcOrd="1" destOrd="0" presId="urn:microsoft.com/office/officeart/2005/8/layout/hierarchy2"/>
    <dgm:cxn modelId="{9C0F25B9-D143-4961-B512-6525886C945E}" srcId="{1FDAAA8F-9BC4-4A06-851B-7266328DD4A9}" destId="{61024E05-78AA-4ED8-A25A-A8F70696CAF9}" srcOrd="0" destOrd="0" parTransId="{0AD64267-68C5-4AAF-BF1E-A83C21611CFA}" sibTransId="{439B5DDD-F70D-4B2D-9450-07D0F9AF0D40}"/>
    <dgm:cxn modelId="{6B7EAEB9-97F1-45D1-BFE6-2FEDF27C1916}" type="presOf" srcId="{35B8F181-DDEB-42B6-A6C5-5B7B1246F68E}" destId="{8C4FC932-C0E9-46FE-A18B-C70F1F4F8485}" srcOrd="1" destOrd="0" presId="urn:microsoft.com/office/officeart/2005/8/layout/hierarchy2"/>
    <dgm:cxn modelId="{D46BA0BF-FD2D-4CA0-86DA-C993131845EA}" type="presOf" srcId="{AD785834-55D8-4F83-A8F0-0E970767A9A3}" destId="{3A65F619-7F78-4C2D-AD69-D176C644819A}" srcOrd="0" destOrd="0" presId="urn:microsoft.com/office/officeart/2005/8/layout/hierarchy2"/>
    <dgm:cxn modelId="{0D8039CD-8B2D-4E43-BAE3-FD974E6A6212}" type="presOf" srcId="{960A7A3D-8CCB-4794-AC48-0BD1BCB62086}" destId="{A3FF1F1C-C5F2-4A0A-AA5E-3813E371ED93}" srcOrd="0" destOrd="0" presId="urn:microsoft.com/office/officeart/2005/8/layout/hierarchy2"/>
    <dgm:cxn modelId="{D8441BEF-D151-4834-A1A7-F697FA574914}" srcId="{F2ABA714-F006-4AE0-AA3D-71B1A01E0464}" destId="{7BB5CB1A-6EAD-4E29-BD61-27819E44AC0F}" srcOrd="0" destOrd="0" parTransId="{A1E48DA8-8EB3-45C3-9F92-BD534EFAF04B}" sibTransId="{F4E96D6F-E63C-43F9-8066-CCA318C80496}"/>
    <dgm:cxn modelId="{574356F8-AB81-41A5-865C-4305824A943C}" srcId="{149C6534-C529-48D0-A260-4449056D4416}" destId="{F2ABA714-F006-4AE0-AA3D-71B1A01E0464}" srcOrd="0" destOrd="0" parTransId="{40802795-9DB1-4C9C-81C3-7FFA9B2F0E33}" sibTransId="{7F75C95C-C676-48A4-AE5B-30AABB07EA33}"/>
    <dgm:cxn modelId="{05D915FE-CD24-41B5-B71C-3EFA2D40C01D}" type="presOf" srcId="{E27EF9FA-E850-49FA-BB6C-49AF5F47014D}" destId="{AE21C5AC-65B7-4BA1-B2D5-A9A0294A674C}" srcOrd="1" destOrd="0" presId="urn:microsoft.com/office/officeart/2005/8/layout/hierarchy2"/>
    <dgm:cxn modelId="{68138AEF-9F1D-466B-A0E7-F4F5BEF56F7B}" type="presParOf" srcId="{4F5930C0-ECFD-4127-BCC3-AFF6B370426A}" destId="{9A04C94F-9022-4C82-9A59-6A729009982B}" srcOrd="0" destOrd="0" presId="urn:microsoft.com/office/officeart/2005/8/layout/hierarchy2"/>
    <dgm:cxn modelId="{7A26B1FE-F1AF-46E8-9CD7-3AC98A393F03}" type="presParOf" srcId="{9A04C94F-9022-4C82-9A59-6A729009982B}" destId="{BE971A4B-FEDF-497F-93C6-1CC25C4FB376}" srcOrd="0" destOrd="0" presId="urn:microsoft.com/office/officeart/2005/8/layout/hierarchy2"/>
    <dgm:cxn modelId="{DA7B750F-2792-4310-AE30-D0550D6052DB}" type="presParOf" srcId="{9A04C94F-9022-4C82-9A59-6A729009982B}" destId="{7EC61CEE-5790-4BB6-9BCF-E4B30B71044A}" srcOrd="1" destOrd="0" presId="urn:microsoft.com/office/officeart/2005/8/layout/hierarchy2"/>
    <dgm:cxn modelId="{ECDB7A82-75C2-473F-989C-0BB91D543B6D}" type="presParOf" srcId="{7EC61CEE-5790-4BB6-9BCF-E4B30B71044A}" destId="{2AD24D6B-ADEB-47C2-81F3-9A2C427F88AC}" srcOrd="0" destOrd="0" presId="urn:microsoft.com/office/officeart/2005/8/layout/hierarchy2"/>
    <dgm:cxn modelId="{133A53E1-737A-47A5-84B0-764E170275D7}" type="presParOf" srcId="{2AD24D6B-ADEB-47C2-81F3-9A2C427F88AC}" destId="{9A0D55AE-94D8-4BE2-8C88-C321D2B4D684}" srcOrd="0" destOrd="0" presId="urn:microsoft.com/office/officeart/2005/8/layout/hierarchy2"/>
    <dgm:cxn modelId="{227DB2EF-0D8B-4C23-A78A-12662C2D9580}" type="presParOf" srcId="{7EC61CEE-5790-4BB6-9BCF-E4B30B71044A}" destId="{A32CEBF8-8D96-4EB4-A6E0-9F0679DF34AC}" srcOrd="1" destOrd="0" presId="urn:microsoft.com/office/officeart/2005/8/layout/hierarchy2"/>
    <dgm:cxn modelId="{A6D84E87-265D-49A7-AC48-E9F543C89C29}" type="presParOf" srcId="{A32CEBF8-8D96-4EB4-A6E0-9F0679DF34AC}" destId="{A735151D-8DC9-4DCC-9239-387BB41BA46E}" srcOrd="0" destOrd="0" presId="urn:microsoft.com/office/officeart/2005/8/layout/hierarchy2"/>
    <dgm:cxn modelId="{48141AFE-7184-495D-81C2-5EA3FC8C35C9}" type="presParOf" srcId="{A32CEBF8-8D96-4EB4-A6E0-9F0679DF34AC}" destId="{5B40389F-271F-44A7-8BBC-61884C22CB4A}" srcOrd="1" destOrd="0" presId="urn:microsoft.com/office/officeart/2005/8/layout/hierarchy2"/>
    <dgm:cxn modelId="{9E7DB779-2C5A-4D1E-9DB6-2C816E2ADE87}" type="presParOf" srcId="{5B40389F-271F-44A7-8BBC-61884C22CB4A}" destId="{A3FF1F1C-C5F2-4A0A-AA5E-3813E371ED93}" srcOrd="0" destOrd="0" presId="urn:microsoft.com/office/officeart/2005/8/layout/hierarchy2"/>
    <dgm:cxn modelId="{E2182F25-BFB6-40C7-A7D9-AAAD965E2CA4}" type="presParOf" srcId="{A3FF1F1C-C5F2-4A0A-AA5E-3813E371ED93}" destId="{2F80D8A7-F11F-4590-B4E6-6C2CF8B69779}" srcOrd="0" destOrd="0" presId="urn:microsoft.com/office/officeart/2005/8/layout/hierarchy2"/>
    <dgm:cxn modelId="{2194E128-6515-479E-B04D-85D8533B11B2}" type="presParOf" srcId="{5B40389F-271F-44A7-8BBC-61884C22CB4A}" destId="{784AD668-DEBE-44F1-A276-94ADFADBCDBD}" srcOrd="1" destOrd="0" presId="urn:microsoft.com/office/officeart/2005/8/layout/hierarchy2"/>
    <dgm:cxn modelId="{25797594-8E9A-4CD5-AAA3-0769B34EE30A}" type="presParOf" srcId="{784AD668-DEBE-44F1-A276-94ADFADBCDBD}" destId="{FB728974-E0CB-4F7E-AF58-BF7209D053AC}" srcOrd="0" destOrd="0" presId="urn:microsoft.com/office/officeart/2005/8/layout/hierarchy2"/>
    <dgm:cxn modelId="{137DE331-C4AC-41F2-9E87-B0E7EA822BF9}" type="presParOf" srcId="{784AD668-DEBE-44F1-A276-94ADFADBCDBD}" destId="{07B132E4-0A2D-4EC5-A629-FF8B5BABF925}" srcOrd="1" destOrd="0" presId="urn:microsoft.com/office/officeart/2005/8/layout/hierarchy2"/>
    <dgm:cxn modelId="{1AB932A0-D5F2-480F-A497-48095F95A3E2}" type="presParOf" srcId="{07B132E4-0A2D-4EC5-A629-FF8B5BABF925}" destId="{1B2052FE-BBB3-4EDF-AAED-F5A84340B5C6}" srcOrd="0" destOrd="0" presId="urn:microsoft.com/office/officeart/2005/8/layout/hierarchy2"/>
    <dgm:cxn modelId="{303B410C-CC95-401F-A292-B315CA321EBC}" type="presParOf" srcId="{1B2052FE-BBB3-4EDF-AAED-F5A84340B5C6}" destId="{9B31A54C-016D-4780-B1CA-289F79E0F358}" srcOrd="0" destOrd="0" presId="urn:microsoft.com/office/officeart/2005/8/layout/hierarchy2"/>
    <dgm:cxn modelId="{B35F7FCC-553D-4012-9DE0-333BFDFA822F}" type="presParOf" srcId="{07B132E4-0A2D-4EC5-A629-FF8B5BABF925}" destId="{C0EEC669-0A6F-41B6-B2C3-487E0D8A0119}" srcOrd="1" destOrd="0" presId="urn:microsoft.com/office/officeart/2005/8/layout/hierarchy2"/>
    <dgm:cxn modelId="{E3262BA2-FF31-401B-9597-F683E2669712}" type="presParOf" srcId="{C0EEC669-0A6F-41B6-B2C3-487E0D8A0119}" destId="{3A65F619-7F78-4C2D-AD69-D176C644819A}" srcOrd="0" destOrd="0" presId="urn:microsoft.com/office/officeart/2005/8/layout/hierarchy2"/>
    <dgm:cxn modelId="{94560271-492C-4B05-A720-A5FD88BCEDD8}" type="presParOf" srcId="{C0EEC669-0A6F-41B6-B2C3-487E0D8A0119}" destId="{F924A225-88C4-4965-BA64-677F5A53BDCA}" srcOrd="1" destOrd="0" presId="urn:microsoft.com/office/officeart/2005/8/layout/hierarchy2"/>
    <dgm:cxn modelId="{CB070D96-F53E-4097-A706-C273B32979DA}" type="presParOf" srcId="{5B40389F-271F-44A7-8BBC-61884C22CB4A}" destId="{ACF2193F-772B-496A-9004-C085A563EA2E}" srcOrd="2" destOrd="0" presId="urn:microsoft.com/office/officeart/2005/8/layout/hierarchy2"/>
    <dgm:cxn modelId="{4984F24E-1671-4C74-8019-BE33BCED957F}" type="presParOf" srcId="{ACF2193F-772B-496A-9004-C085A563EA2E}" destId="{AE21C5AC-65B7-4BA1-B2D5-A9A0294A674C}" srcOrd="0" destOrd="0" presId="urn:microsoft.com/office/officeart/2005/8/layout/hierarchy2"/>
    <dgm:cxn modelId="{BFA54C48-F193-4542-A659-2E37A229C685}" type="presParOf" srcId="{5B40389F-271F-44A7-8BBC-61884C22CB4A}" destId="{CA240712-40D6-48F4-9C76-0091ED9BC742}" srcOrd="3" destOrd="0" presId="urn:microsoft.com/office/officeart/2005/8/layout/hierarchy2"/>
    <dgm:cxn modelId="{236789D1-6147-4BB1-A5B6-AE9ED3A5E2F8}" type="presParOf" srcId="{CA240712-40D6-48F4-9C76-0091ED9BC742}" destId="{4D7A6013-C354-4F09-B1DF-82490C7E17CA}" srcOrd="0" destOrd="0" presId="urn:microsoft.com/office/officeart/2005/8/layout/hierarchy2"/>
    <dgm:cxn modelId="{CF64BAEF-E9B6-4CA1-857F-B513FDA022BB}" type="presParOf" srcId="{CA240712-40D6-48F4-9C76-0091ED9BC742}" destId="{62EC1AD7-B2DD-4A61-BF55-064F0951381C}" srcOrd="1" destOrd="0" presId="urn:microsoft.com/office/officeart/2005/8/layout/hierarchy2"/>
    <dgm:cxn modelId="{B07AAD13-D144-4828-B54E-9D01C1A981A8}" type="presParOf" srcId="{62EC1AD7-B2DD-4A61-BF55-064F0951381C}" destId="{7BA05D5F-CF42-42A3-A28C-3209F68B210C}" srcOrd="0" destOrd="0" presId="urn:microsoft.com/office/officeart/2005/8/layout/hierarchy2"/>
    <dgm:cxn modelId="{CB4BF25A-CB3F-45FB-A66E-A184C92E2676}" type="presParOf" srcId="{7BA05D5F-CF42-42A3-A28C-3209F68B210C}" destId="{158DF988-2537-4A8C-A50D-4D3B5D09BD85}" srcOrd="0" destOrd="0" presId="urn:microsoft.com/office/officeart/2005/8/layout/hierarchy2"/>
    <dgm:cxn modelId="{7EBBCA3A-8F7A-4912-BCA2-9276C7AC943E}" type="presParOf" srcId="{62EC1AD7-B2DD-4A61-BF55-064F0951381C}" destId="{48B91AC1-74A6-4C25-B6CF-2D198E2BEE82}" srcOrd="1" destOrd="0" presId="urn:microsoft.com/office/officeart/2005/8/layout/hierarchy2"/>
    <dgm:cxn modelId="{AF0372D8-2CB2-4141-9BFD-7EB4874D3C1C}" type="presParOf" srcId="{48B91AC1-74A6-4C25-B6CF-2D198E2BEE82}" destId="{BDE44622-2F80-4EA8-85F7-9591905E1F8B}" srcOrd="0" destOrd="0" presId="urn:microsoft.com/office/officeart/2005/8/layout/hierarchy2"/>
    <dgm:cxn modelId="{AB8172C7-650D-415C-8FEC-35BBC4A67D4B}" type="presParOf" srcId="{48B91AC1-74A6-4C25-B6CF-2D198E2BEE82}" destId="{0DFAB2FC-F714-43F4-9CCD-B35D81D64A04}" srcOrd="1" destOrd="0" presId="urn:microsoft.com/office/officeart/2005/8/layout/hierarchy2"/>
    <dgm:cxn modelId="{3F5B5BAB-339A-4AB9-A05D-91B11FFAFE45}" type="presParOf" srcId="{62EC1AD7-B2DD-4A61-BF55-064F0951381C}" destId="{9707ABED-4995-4CD0-B673-2A1943471937}" srcOrd="2" destOrd="0" presId="urn:microsoft.com/office/officeart/2005/8/layout/hierarchy2"/>
    <dgm:cxn modelId="{6E3F3045-159A-4801-A06F-AE2A2AF62066}" type="presParOf" srcId="{9707ABED-4995-4CD0-B673-2A1943471937}" destId="{8C4FC932-C0E9-46FE-A18B-C70F1F4F8485}" srcOrd="0" destOrd="0" presId="urn:microsoft.com/office/officeart/2005/8/layout/hierarchy2"/>
    <dgm:cxn modelId="{8B3C54EA-1C02-48ED-8D43-0FF1F8171132}" type="presParOf" srcId="{62EC1AD7-B2DD-4A61-BF55-064F0951381C}" destId="{7B197A1D-4C09-459A-A4BF-A158A5CF6C3B}" srcOrd="3" destOrd="0" presId="urn:microsoft.com/office/officeart/2005/8/layout/hierarchy2"/>
    <dgm:cxn modelId="{9DA43E9F-9302-400B-BC95-1B78F2ADC080}" type="presParOf" srcId="{7B197A1D-4C09-459A-A4BF-A158A5CF6C3B}" destId="{676897E1-53C6-4FB1-B79A-51FF1A06E3BC}" srcOrd="0" destOrd="0" presId="urn:microsoft.com/office/officeart/2005/8/layout/hierarchy2"/>
    <dgm:cxn modelId="{01E4FB03-0114-431B-B492-A93DC4AEE4EC}" type="presParOf" srcId="{7B197A1D-4C09-459A-A4BF-A158A5CF6C3B}" destId="{6A53C4E3-9ED8-41AD-BC26-ADF3084FFA64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971A4B-FEDF-497F-93C6-1CC25C4FB376}">
      <dsp:nvSpPr>
        <dsp:cNvPr id="0" name=""/>
        <dsp:cNvSpPr/>
      </dsp:nvSpPr>
      <dsp:spPr>
        <a:xfrm>
          <a:off x="5030" y="2214909"/>
          <a:ext cx="1987623" cy="9938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Document</a:t>
          </a:r>
          <a:endParaRPr lang="en-ID" sz="3400" kern="1200" dirty="0"/>
        </a:p>
      </dsp:txBody>
      <dsp:txXfrm>
        <a:off x="34138" y="2244017"/>
        <a:ext cx="1929407" cy="935595"/>
      </dsp:txXfrm>
    </dsp:sp>
    <dsp:sp modelId="{2AD24D6B-ADEB-47C2-81F3-9A2C427F88AC}">
      <dsp:nvSpPr>
        <dsp:cNvPr id="0" name=""/>
        <dsp:cNvSpPr/>
      </dsp:nvSpPr>
      <dsp:spPr>
        <a:xfrm>
          <a:off x="1992654" y="2696895"/>
          <a:ext cx="795049" cy="29838"/>
        </a:xfrm>
        <a:custGeom>
          <a:avLst/>
          <a:gdLst/>
          <a:ahLst/>
          <a:cxnLst/>
          <a:rect l="0" t="0" r="0" b="0"/>
          <a:pathLst>
            <a:path>
              <a:moveTo>
                <a:pt x="0" y="14919"/>
              </a:moveTo>
              <a:lnTo>
                <a:pt x="795049" y="1491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D" sz="500" kern="1200"/>
        </a:p>
      </dsp:txBody>
      <dsp:txXfrm>
        <a:off x="2370303" y="2691938"/>
        <a:ext cx="39752" cy="39752"/>
      </dsp:txXfrm>
    </dsp:sp>
    <dsp:sp modelId="{A735151D-8DC9-4DCC-9239-387BB41BA46E}">
      <dsp:nvSpPr>
        <dsp:cNvPr id="0" name=""/>
        <dsp:cNvSpPr/>
      </dsp:nvSpPr>
      <dsp:spPr>
        <a:xfrm>
          <a:off x="2787704" y="2214909"/>
          <a:ext cx="1987623" cy="9938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&lt;HTML&gt;</a:t>
          </a:r>
          <a:endParaRPr lang="en-US" sz="3400" kern="1200" dirty="0"/>
        </a:p>
      </dsp:txBody>
      <dsp:txXfrm>
        <a:off x="2816812" y="2244017"/>
        <a:ext cx="1929407" cy="935595"/>
      </dsp:txXfrm>
    </dsp:sp>
    <dsp:sp modelId="{A3FF1F1C-C5F2-4A0A-AA5E-3813E371ED93}">
      <dsp:nvSpPr>
        <dsp:cNvPr id="0" name=""/>
        <dsp:cNvSpPr/>
      </dsp:nvSpPr>
      <dsp:spPr>
        <a:xfrm rot="18770822">
          <a:off x="4588295" y="2268314"/>
          <a:ext cx="1169115" cy="29838"/>
        </a:xfrm>
        <a:custGeom>
          <a:avLst/>
          <a:gdLst/>
          <a:ahLst/>
          <a:cxnLst/>
          <a:rect l="0" t="0" r="0" b="0"/>
          <a:pathLst>
            <a:path>
              <a:moveTo>
                <a:pt x="0" y="14919"/>
              </a:moveTo>
              <a:lnTo>
                <a:pt x="1169115" y="1491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D" sz="500" kern="1200"/>
        </a:p>
      </dsp:txBody>
      <dsp:txXfrm>
        <a:off x="5143625" y="2254005"/>
        <a:ext cx="58455" cy="58455"/>
      </dsp:txXfrm>
    </dsp:sp>
    <dsp:sp modelId="{FB728974-E0CB-4F7E-AF58-BF7209D053AC}">
      <dsp:nvSpPr>
        <dsp:cNvPr id="0" name=""/>
        <dsp:cNvSpPr/>
      </dsp:nvSpPr>
      <dsp:spPr>
        <a:xfrm>
          <a:off x="5570377" y="1357746"/>
          <a:ext cx="1987623" cy="9938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&lt;HEAR&gt;</a:t>
          </a:r>
        </a:p>
      </dsp:txBody>
      <dsp:txXfrm>
        <a:off x="5599485" y="1386854"/>
        <a:ext cx="1929407" cy="935595"/>
      </dsp:txXfrm>
    </dsp:sp>
    <dsp:sp modelId="{1B2052FE-BBB3-4EDF-AAED-F5A84340B5C6}">
      <dsp:nvSpPr>
        <dsp:cNvPr id="0" name=""/>
        <dsp:cNvSpPr/>
      </dsp:nvSpPr>
      <dsp:spPr>
        <a:xfrm>
          <a:off x="7558001" y="1839732"/>
          <a:ext cx="795049" cy="29838"/>
        </a:xfrm>
        <a:custGeom>
          <a:avLst/>
          <a:gdLst/>
          <a:ahLst/>
          <a:cxnLst/>
          <a:rect l="0" t="0" r="0" b="0"/>
          <a:pathLst>
            <a:path>
              <a:moveTo>
                <a:pt x="0" y="14919"/>
              </a:moveTo>
              <a:lnTo>
                <a:pt x="795049" y="1491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D" sz="500" kern="1200"/>
        </a:p>
      </dsp:txBody>
      <dsp:txXfrm>
        <a:off x="7935650" y="1834775"/>
        <a:ext cx="39752" cy="39752"/>
      </dsp:txXfrm>
    </dsp:sp>
    <dsp:sp modelId="{3A65F619-7F78-4C2D-AD69-D176C644819A}">
      <dsp:nvSpPr>
        <dsp:cNvPr id="0" name=""/>
        <dsp:cNvSpPr/>
      </dsp:nvSpPr>
      <dsp:spPr>
        <a:xfrm>
          <a:off x="8353051" y="1357746"/>
          <a:ext cx="1987623" cy="9938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&lt;TITLE&gt;</a:t>
          </a:r>
          <a:endParaRPr lang="en-US" sz="3400" kern="1200" dirty="0"/>
        </a:p>
      </dsp:txBody>
      <dsp:txXfrm>
        <a:off x="8382159" y="1386854"/>
        <a:ext cx="1929407" cy="935595"/>
      </dsp:txXfrm>
    </dsp:sp>
    <dsp:sp modelId="{ACF2193F-772B-496A-9004-C085A563EA2E}">
      <dsp:nvSpPr>
        <dsp:cNvPr id="0" name=""/>
        <dsp:cNvSpPr/>
      </dsp:nvSpPr>
      <dsp:spPr>
        <a:xfrm rot="2829178">
          <a:off x="4588295" y="3125477"/>
          <a:ext cx="1169115" cy="29838"/>
        </a:xfrm>
        <a:custGeom>
          <a:avLst/>
          <a:gdLst/>
          <a:ahLst/>
          <a:cxnLst/>
          <a:rect l="0" t="0" r="0" b="0"/>
          <a:pathLst>
            <a:path>
              <a:moveTo>
                <a:pt x="0" y="14919"/>
              </a:moveTo>
              <a:lnTo>
                <a:pt x="1169115" y="1491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D" sz="500" kern="1200"/>
        </a:p>
      </dsp:txBody>
      <dsp:txXfrm>
        <a:off x="5143625" y="3111168"/>
        <a:ext cx="58455" cy="58455"/>
      </dsp:txXfrm>
    </dsp:sp>
    <dsp:sp modelId="{4D7A6013-C354-4F09-B1DF-82490C7E17CA}">
      <dsp:nvSpPr>
        <dsp:cNvPr id="0" name=""/>
        <dsp:cNvSpPr/>
      </dsp:nvSpPr>
      <dsp:spPr>
        <a:xfrm>
          <a:off x="5570377" y="3072071"/>
          <a:ext cx="1987623" cy="9938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&lt;BODY&gt;</a:t>
          </a:r>
          <a:endParaRPr lang="en-US" sz="3400" kern="1200" dirty="0"/>
        </a:p>
      </dsp:txBody>
      <dsp:txXfrm>
        <a:off x="5599485" y="3101179"/>
        <a:ext cx="1929407" cy="935595"/>
      </dsp:txXfrm>
    </dsp:sp>
    <dsp:sp modelId="{7BA05D5F-CF42-42A3-A28C-3209F68B210C}">
      <dsp:nvSpPr>
        <dsp:cNvPr id="0" name=""/>
        <dsp:cNvSpPr/>
      </dsp:nvSpPr>
      <dsp:spPr>
        <a:xfrm rot="19457599">
          <a:off x="7465973" y="3268337"/>
          <a:ext cx="979106" cy="29838"/>
        </a:xfrm>
        <a:custGeom>
          <a:avLst/>
          <a:gdLst/>
          <a:ahLst/>
          <a:cxnLst/>
          <a:rect l="0" t="0" r="0" b="0"/>
          <a:pathLst>
            <a:path>
              <a:moveTo>
                <a:pt x="0" y="14919"/>
              </a:moveTo>
              <a:lnTo>
                <a:pt x="979106" y="1491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D" sz="500" kern="1200"/>
        </a:p>
      </dsp:txBody>
      <dsp:txXfrm>
        <a:off x="7931048" y="3258779"/>
        <a:ext cx="48955" cy="48955"/>
      </dsp:txXfrm>
    </dsp:sp>
    <dsp:sp modelId="{BDE44622-2F80-4EA8-85F7-9591905E1F8B}">
      <dsp:nvSpPr>
        <dsp:cNvPr id="0" name=""/>
        <dsp:cNvSpPr/>
      </dsp:nvSpPr>
      <dsp:spPr>
        <a:xfrm>
          <a:off x="8353051" y="2500630"/>
          <a:ext cx="1987623" cy="9938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&lt;H1&gt;</a:t>
          </a:r>
          <a:endParaRPr lang="en-US" sz="3400" kern="1200" dirty="0"/>
        </a:p>
      </dsp:txBody>
      <dsp:txXfrm>
        <a:off x="8382159" y="2529738"/>
        <a:ext cx="1929407" cy="935595"/>
      </dsp:txXfrm>
    </dsp:sp>
    <dsp:sp modelId="{9707ABED-4995-4CD0-B673-2A1943471937}">
      <dsp:nvSpPr>
        <dsp:cNvPr id="0" name=""/>
        <dsp:cNvSpPr/>
      </dsp:nvSpPr>
      <dsp:spPr>
        <a:xfrm rot="2142401">
          <a:off x="7465973" y="3839779"/>
          <a:ext cx="979106" cy="29838"/>
        </a:xfrm>
        <a:custGeom>
          <a:avLst/>
          <a:gdLst/>
          <a:ahLst/>
          <a:cxnLst/>
          <a:rect l="0" t="0" r="0" b="0"/>
          <a:pathLst>
            <a:path>
              <a:moveTo>
                <a:pt x="0" y="14919"/>
              </a:moveTo>
              <a:lnTo>
                <a:pt x="979106" y="1491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D" sz="500" kern="1200"/>
        </a:p>
      </dsp:txBody>
      <dsp:txXfrm>
        <a:off x="7931048" y="3830221"/>
        <a:ext cx="48955" cy="48955"/>
      </dsp:txXfrm>
    </dsp:sp>
    <dsp:sp modelId="{676897E1-53C6-4FB1-B79A-51FF1A06E3BC}">
      <dsp:nvSpPr>
        <dsp:cNvPr id="0" name=""/>
        <dsp:cNvSpPr/>
      </dsp:nvSpPr>
      <dsp:spPr>
        <a:xfrm>
          <a:off x="8353051" y="3643513"/>
          <a:ext cx="1987623" cy="9938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&lt;SCRIPT&gt;</a:t>
          </a:r>
          <a:endParaRPr lang="en-ID" sz="3400" kern="1200" dirty="0"/>
        </a:p>
      </dsp:txBody>
      <dsp:txXfrm>
        <a:off x="8382159" y="3672621"/>
        <a:ext cx="1929407" cy="9355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B8B65A-D69F-C26C-B67E-036EF77BF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B9064-AE57-427F-E5AF-71DE7D52F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8190EA-5EEC-4300-B6AE-D9734C6C648E}" type="datetimeFigureOut">
              <a:rPr lang="en-US" smtClean="0"/>
              <a:t>5/18/2026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86157A-CEB9-B0FC-3A49-BE950AEA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19CA0-A57D-42D7-A625-56C22D0FA7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FF3A6F-DEFA-45E0-9496-BEE7C2C6F3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002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7ADD9-2083-264C-A652-8D52D02F7E72}" type="datetimeFigureOut">
              <a:rPr lang="en-US" smtClean="0"/>
              <a:t>5/18/2026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DC217-DF71-1A49-B3EA-559F1F43B0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385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247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47787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7438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89489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90868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90867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47933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58453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8444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E0A3D-54DA-20F0-B540-47BE5F076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39E736-6839-D147-5C80-917DFC9F5A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A33F2F-0E06-DED7-6AE9-946B68D304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94728C-305A-3361-C7A1-9B33D05C81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09449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3537B6D-42A5-F449-2691-321A167F7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3419"/>
            <a:ext cx="12192000" cy="6861419"/>
            <a:chOff x="0" y="-3419"/>
            <a:chExt cx="12192000" cy="686141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02465C8-266D-104C-9C49-323DF4A8277E}"/>
                </a:ext>
              </a:extLst>
            </p:cNvPr>
            <p:cNvSpPr/>
            <p:nvPr userDrawn="1"/>
          </p:nvSpPr>
          <p:spPr>
            <a:xfrm>
              <a:off x="583746" y="4960030"/>
              <a:ext cx="1551214" cy="1551214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7979A1C-BF60-B345-A664-2E4F7A3461EB}"/>
                </a:ext>
              </a:extLst>
            </p:cNvPr>
            <p:cNvSpPr/>
            <p:nvPr userDrawn="1"/>
          </p:nvSpPr>
          <p:spPr>
            <a:xfrm>
              <a:off x="1" y="4571999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8080B3E-915C-2D4C-8608-596E1BFD6387}"/>
                </a:ext>
              </a:extLst>
            </p:cNvPr>
            <p:cNvSpPr/>
            <p:nvPr userDrawn="1"/>
          </p:nvSpPr>
          <p:spPr>
            <a:xfrm>
              <a:off x="1" y="5739492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-3419"/>
              <a:ext cx="3927573" cy="3165022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9E240E8A-950E-7946-826C-415CB5DACA43}"/>
                </a:ext>
              </a:extLst>
            </p:cNvPr>
            <p:cNvSpPr/>
            <p:nvPr userDrawn="1"/>
          </p:nvSpPr>
          <p:spPr>
            <a:xfrm>
              <a:off x="11024507" y="4580708"/>
              <a:ext cx="1167493" cy="2277292"/>
            </a:xfrm>
            <a:custGeom>
              <a:avLst/>
              <a:gdLst>
                <a:gd name="connsiteX0" fmla="*/ 1167473 w 1167493"/>
                <a:gd name="connsiteY0" fmla="*/ 0 h 2272167"/>
                <a:gd name="connsiteX1" fmla="*/ 1167493 w 1167493"/>
                <a:gd name="connsiteY1" fmla="*/ 0 h 2272167"/>
                <a:gd name="connsiteX2" fmla="*/ 1167493 w 1167493"/>
                <a:gd name="connsiteY2" fmla="*/ 492960 h 2272167"/>
                <a:gd name="connsiteX3" fmla="*/ 1167493 w 1167493"/>
                <a:gd name="connsiteY3" fmla="*/ 720385 h 2272167"/>
                <a:gd name="connsiteX4" fmla="*/ 1167493 w 1167493"/>
                <a:gd name="connsiteY4" fmla="*/ 2272167 h 2272167"/>
                <a:gd name="connsiteX5" fmla="*/ 0 w 1167493"/>
                <a:gd name="connsiteY5" fmla="*/ 2272167 h 2272167"/>
                <a:gd name="connsiteX6" fmla="*/ 0 w 1167493"/>
                <a:gd name="connsiteY6" fmla="*/ 1898074 h 2272167"/>
                <a:gd name="connsiteX7" fmla="*/ 0 w 1167493"/>
                <a:gd name="connsiteY7" fmla="*/ 1271597 h 2272167"/>
                <a:gd name="connsiteX8" fmla="*/ 0 w 1167493"/>
                <a:gd name="connsiteY8" fmla="*/ 1177688 h 2272167"/>
                <a:gd name="connsiteX9" fmla="*/ 1048124 w 1167493"/>
                <a:gd name="connsiteY9" fmla="*/ 6080 h 2272167"/>
                <a:gd name="connsiteX10" fmla="*/ 1167473 w 1167493"/>
                <a:gd name="connsiteY10" fmla="*/ 0 h 227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7493" h="2272167">
                  <a:moveTo>
                    <a:pt x="1167473" y="0"/>
                  </a:moveTo>
                  <a:lnTo>
                    <a:pt x="1167493" y="0"/>
                  </a:lnTo>
                  <a:lnTo>
                    <a:pt x="1167493" y="492960"/>
                  </a:lnTo>
                  <a:lnTo>
                    <a:pt x="1167493" y="720385"/>
                  </a:lnTo>
                  <a:lnTo>
                    <a:pt x="1167493" y="2272167"/>
                  </a:lnTo>
                  <a:lnTo>
                    <a:pt x="0" y="2272167"/>
                  </a:lnTo>
                  <a:lnTo>
                    <a:pt x="0" y="1898074"/>
                  </a:lnTo>
                  <a:lnTo>
                    <a:pt x="0" y="1271597"/>
                  </a:lnTo>
                  <a:lnTo>
                    <a:pt x="0" y="1177688"/>
                  </a:lnTo>
                  <a:cubicBezTo>
                    <a:pt x="0" y="567919"/>
                    <a:pt x="459408" y="66389"/>
                    <a:pt x="1048124" y="6080"/>
                  </a:cubicBezTo>
                  <a:lnTo>
                    <a:pt x="116747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3" y="232913"/>
            <a:ext cx="7096933" cy="3830130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8864" y="102021"/>
            <a:ext cx="9779183" cy="174441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58865" y="2017467"/>
            <a:ext cx="9779182" cy="3366815"/>
          </a:xfrm>
        </p:spPr>
        <p:txBody>
          <a:bodyPr>
            <a:norm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71600"/>
            <a:ext cx="5486400" cy="4114800"/>
          </a:xfrm>
        </p:spPr>
        <p:txBody>
          <a:bodyPr anchor="ctr" anchorCtr="0">
            <a:noAutofit/>
          </a:bodyPr>
          <a:lstStyle>
            <a:lvl1pPr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124234B-E1C4-2616-9993-A23142AA69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83438" y="1168400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26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Lef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0" y="457200"/>
            <a:ext cx="5120640" cy="3200400"/>
          </a:xfrm>
        </p:spPr>
        <p:txBody>
          <a:bodyPr anchor="b" anchorCtr="0">
            <a:noAutofit/>
          </a:bodyPr>
          <a:lstStyle>
            <a:lvl1pPr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63DBBF-E63D-81E5-E7CE-32F6F2C2F9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43598" y="3657600"/>
            <a:ext cx="5120640" cy="18288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32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64033732-ADA1-C540-7276-3FF5CDEF2C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4238" y="1157224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856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08822" cy="6858003"/>
            <a:chOff x="0" y="-1"/>
            <a:chExt cx="12208822" cy="685800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734DEB1-EC02-2E42-9292-4ADD115060A5}"/>
                </a:ext>
              </a:extLst>
            </p:cNvPr>
            <p:cNvSpPr/>
            <p:nvPr userDrawn="1"/>
          </p:nvSpPr>
          <p:spPr>
            <a:xfrm rot="5400000" flipH="1" flipV="1">
              <a:off x="10344100" y="438098"/>
              <a:ext cx="2285999" cy="1409801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085"/>
            <a:ext cx="9779183" cy="160083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EED44-783E-8705-4119-D7E9F7D4F2B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66087" y="2652713"/>
            <a:ext cx="9780587" cy="3436936"/>
          </a:xfrm>
        </p:spPr>
        <p:txBody>
          <a:bodyPr>
            <a:normAutofit/>
          </a:bodyPr>
          <a:lstStyle>
            <a:lvl1pPr marL="3429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109728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3716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176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5FBCE6F-2AA9-31FE-8148-33B480735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67EACEC-C2DD-EA42-8504-176673AD1F20}"/>
                </a:ext>
              </a:extLst>
            </p:cNvPr>
            <p:cNvSpPr/>
            <p:nvPr userDrawn="1"/>
          </p:nvSpPr>
          <p:spPr>
            <a:xfrm>
              <a:off x="0" y="0"/>
              <a:ext cx="8025490" cy="6858000"/>
            </a:xfrm>
            <a:custGeom>
              <a:avLst/>
              <a:gdLst>
                <a:gd name="connsiteX0" fmla="*/ 0 w 8025490"/>
                <a:gd name="connsiteY0" fmla="*/ 0 h 6858000"/>
                <a:gd name="connsiteX1" fmla="*/ 4596490 w 8025490"/>
                <a:gd name="connsiteY1" fmla="*/ 0 h 6858000"/>
                <a:gd name="connsiteX2" fmla="*/ 8025490 w 8025490"/>
                <a:gd name="connsiteY2" fmla="*/ 3429000 h 6858000"/>
                <a:gd name="connsiteX3" fmla="*/ 4596490 w 8025490"/>
                <a:gd name="connsiteY3" fmla="*/ 6858000 h 6858000"/>
                <a:gd name="connsiteX4" fmla="*/ 0 w 802549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25490" h="6858000">
                  <a:moveTo>
                    <a:pt x="0" y="0"/>
                  </a:moveTo>
                  <a:lnTo>
                    <a:pt x="4596490" y="0"/>
                  </a:lnTo>
                  <a:cubicBezTo>
                    <a:pt x="6490274" y="0"/>
                    <a:pt x="8025490" y="1535216"/>
                    <a:pt x="8025490" y="3429000"/>
                  </a:cubicBezTo>
                  <a:cubicBezTo>
                    <a:pt x="8025490" y="5322784"/>
                    <a:pt x="6490274" y="6858000"/>
                    <a:pt x="4596490" y="6858000"/>
                  </a:cubicBez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9843C7E-5704-7A46-8974-F3BFA42E7310}"/>
                </a:ext>
              </a:extLst>
            </p:cNvPr>
            <p:cNvGrpSpPr/>
            <p:nvPr userDrawn="1"/>
          </p:nvGrpSpPr>
          <p:grpSpPr>
            <a:xfrm rot="16200000">
              <a:off x="8286528" y="2207195"/>
              <a:ext cx="3032351" cy="2443610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B179973-08D2-EF40-B516-35E75E906394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C811FF3-E48A-194D-8022-65F8C3A17449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77553"/>
            <a:ext cx="6245912" cy="3269447"/>
          </a:xfrm>
        </p:spPr>
        <p:txBody>
          <a:bodyPr bIns="0"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492896"/>
            <a:ext cx="6245912" cy="912850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14DB56B5-5DD7-95E3-52B2-EDC4B3F13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601200" cy="1653371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843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A0E8D4A-B13C-C7EE-5E27-278124A12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1999" cy="6857999"/>
            <a:chOff x="1" y="1"/>
            <a:chExt cx="12191999" cy="685799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rot="5400000" flipH="1">
              <a:off x="1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69008"/>
            <a:ext cx="9779183" cy="1706563"/>
          </a:xfrm>
        </p:spPr>
        <p:txBody>
          <a:bodyPr anchor="b">
            <a:noAutofit/>
          </a:bodyPr>
          <a:lstStyle>
            <a:lvl1pPr>
              <a:defRPr sz="4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26B296A-EB6A-9BE9-E813-B15C46524F4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530352" indent="-530352">
              <a:spcBef>
                <a:spcPts val="1000"/>
              </a:spcBef>
              <a:buFont typeface="+mj-lt"/>
              <a:buAutoNum type="arabicPeriod"/>
              <a:defRPr sz="2000">
                <a:solidFill>
                  <a:schemeClr val="bg1"/>
                </a:solidFill>
                <a:latin typeface="+mn-lt"/>
              </a:defRPr>
            </a:lvl1pPr>
            <a:lvl2pPr marL="1097280" indent="-530352">
              <a:spcBef>
                <a:spcPts val="1000"/>
              </a:spcBef>
              <a:buFont typeface="+mj-lt"/>
              <a:buAutoNum type="alphaLcPeriod"/>
              <a:defRPr sz="2000">
                <a:solidFill>
                  <a:schemeClr val="bg1"/>
                </a:solidFill>
                <a:latin typeface="+mn-lt"/>
              </a:defRPr>
            </a:lvl2pPr>
            <a:lvl3pPr marL="1645920" indent="-530352">
              <a:spcBef>
                <a:spcPts val="1000"/>
              </a:spcBef>
              <a:buFont typeface="+mj-lt"/>
              <a:buAutoNum type="arabicParenR"/>
              <a:defRPr sz="2000">
                <a:solidFill>
                  <a:schemeClr val="bg1"/>
                </a:solidFill>
                <a:latin typeface="+mn-lt"/>
              </a:defRPr>
            </a:lvl3pPr>
            <a:lvl4pPr marL="1920240" indent="-530352">
              <a:spcBef>
                <a:spcPts val="1000"/>
              </a:spcBef>
              <a:buFont typeface="+mj-lt"/>
              <a:buAutoNum type="alphaLcParenR"/>
              <a:defRPr sz="2000">
                <a:solidFill>
                  <a:schemeClr val="bg1"/>
                </a:solidFill>
                <a:latin typeface="+mn-lt"/>
              </a:defRPr>
            </a:lvl4pPr>
            <a:lvl5pPr marL="2560320" indent="-514350">
              <a:spcBef>
                <a:spcPts val="1000"/>
              </a:spcBef>
              <a:buFont typeface="+mj-lt"/>
              <a:buAutoNum type="romanLcPeriod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435B7D5-E7F8-1267-8942-3C97BE836B9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426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martAr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7200"/>
            <a:ext cx="9692640" cy="1371600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45E425B-455F-127B-1647-045FD094F15D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1167493" y="2087561"/>
            <a:ext cx="2693306" cy="3890543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2000">
                <a:latin typeface="+mn-lt"/>
              </a:defRPr>
            </a:lvl2pPr>
            <a:lvl3pPr marL="914400" indent="0">
              <a:buNone/>
              <a:defRPr sz="2000">
                <a:latin typeface="+mn-lt"/>
              </a:defRPr>
            </a:lvl3pPr>
            <a:lvl4pPr marL="1371600" indent="0">
              <a:buNone/>
              <a:defRPr sz="2000">
                <a:latin typeface="+mn-lt"/>
              </a:defRPr>
            </a:lvl4pPr>
            <a:lvl5pPr marL="1828800" indent="0">
              <a:buNone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16400" y="2087563"/>
            <a:ext cx="6730274" cy="389054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7098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and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79F46B00-4AE8-52A2-6926-FC2F5DD1F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2364" y="0"/>
            <a:ext cx="12194364" cy="6858000"/>
            <a:chOff x="-2364" y="0"/>
            <a:chExt cx="12194364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rot="5400000">
              <a:off x="8580896" y="0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>
              <a:off x="-2364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2587417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9489" y="457199"/>
            <a:ext cx="5943599" cy="1920240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6BBDFA0C-B372-969D-6C8A-F664A4BF8D41}"/>
              </a:ext>
            </a:extLst>
          </p:cNvPr>
          <p:cNvSpPr>
            <a:spLocks noGrp="1" noChangeAspect="1"/>
          </p:cNvSpPr>
          <p:nvPr>
            <p:ph idx="17" hasCustomPrompt="1"/>
          </p:nvPr>
        </p:nvSpPr>
        <p:spPr>
          <a:xfrm>
            <a:off x="823108" y="640080"/>
            <a:ext cx="4297680" cy="4297680"/>
          </a:xfrm>
          <a:prstGeom prst="ellipse">
            <a:avLst/>
          </a:prstGeom>
          <a:solidFill>
            <a:schemeClr val="accent2"/>
          </a:solidFill>
        </p:spPr>
        <p:txBody>
          <a:bodyPr anchor="ctr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347663" indent="0" algn="ctr">
              <a:buFont typeface="Arial" panose="020B0604020202020204" pitchFamily="34" charset="0"/>
              <a:buNone/>
              <a:defRPr sz="2000">
                <a:latin typeface="+mn-lt"/>
              </a:defRPr>
            </a:lvl2pPr>
            <a:lvl3pPr marL="685800" indent="0" algn="ctr">
              <a:buFont typeface="Arial" panose="020B0604020202020204" pitchFamily="34" charset="0"/>
              <a:buNone/>
              <a:defRPr sz="2000">
                <a:latin typeface="+mn-lt"/>
              </a:defRPr>
            </a:lvl3pPr>
            <a:lvl4pPr marL="914400" indent="0" algn="ctr">
              <a:buFont typeface="Arial" panose="020B0604020202020204" pitchFamily="34" charset="0"/>
              <a:buNone/>
              <a:defRPr sz="2000">
                <a:latin typeface="+mn-lt"/>
              </a:defRPr>
            </a:lvl4pPr>
            <a:lvl5pPr marL="1143000" indent="0" algn="ctr">
              <a:buFont typeface="Arial" panose="020B0604020202020204" pitchFamily="34" charset="0"/>
              <a:buNone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6711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8D2CC-EE75-85FA-1577-88C0BEC7B10C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5549490" y="2706369"/>
            <a:ext cx="5943600" cy="3383279"/>
          </a:xfrm>
        </p:spPr>
        <p:txBody>
          <a:bodyPr>
            <a:normAutofit/>
          </a:bodyPr>
          <a:lstStyle>
            <a:lvl1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46304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25656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4832"/>
            <a:ext cx="9779182" cy="336681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8AD52EA-B01E-8D38-D87A-BF7EB5B58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192001" cy="6864796"/>
            <a:chOff x="0" y="-1"/>
            <a:chExt cx="12192001" cy="686479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AC79249-FDC0-364D-A734-AE1DE1605D28}"/>
                </a:ext>
              </a:extLst>
            </p:cNvPr>
            <p:cNvSpPr/>
            <p:nvPr userDrawn="1"/>
          </p:nvSpPr>
          <p:spPr>
            <a:xfrm>
              <a:off x="8264426" y="0"/>
              <a:ext cx="3927574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3685939"/>
              <a:ext cx="3927573" cy="3178856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9563C76-BC00-DE47-88F5-C24D3CE3325A}"/>
                </a:ext>
              </a:extLst>
            </p:cNvPr>
            <p:cNvSpPr/>
            <p:nvPr userDrawn="1"/>
          </p:nvSpPr>
          <p:spPr>
            <a:xfrm>
              <a:off x="10228214" y="-1"/>
              <a:ext cx="1963787" cy="3178856"/>
            </a:xfrm>
            <a:custGeom>
              <a:avLst/>
              <a:gdLst>
                <a:gd name="connsiteX0" fmla="*/ 0 w 1963787"/>
                <a:gd name="connsiteY0" fmla="*/ 0 h 3178856"/>
                <a:gd name="connsiteX1" fmla="*/ 1963787 w 1963787"/>
                <a:gd name="connsiteY1" fmla="*/ 0 h 3178856"/>
                <a:gd name="connsiteX2" fmla="*/ 1963787 w 1963787"/>
                <a:gd name="connsiteY2" fmla="*/ 1967129 h 3178856"/>
                <a:gd name="connsiteX3" fmla="*/ 1963787 w 1963787"/>
                <a:gd name="connsiteY3" fmla="*/ 2349671 h 3178856"/>
                <a:gd name="connsiteX4" fmla="*/ 1963787 w 1963787"/>
                <a:gd name="connsiteY4" fmla="*/ 3178856 h 3178856"/>
                <a:gd name="connsiteX5" fmla="*/ 1963753 w 1963787"/>
                <a:gd name="connsiteY5" fmla="*/ 3178856 h 3178856"/>
                <a:gd name="connsiteX6" fmla="*/ 1763002 w 1963787"/>
                <a:gd name="connsiteY6" fmla="*/ 3168629 h 3178856"/>
                <a:gd name="connsiteX7" fmla="*/ 0 w 1963787"/>
                <a:gd name="connsiteY7" fmla="*/ 1197921 h 3178856"/>
                <a:gd name="connsiteX8" fmla="*/ 0 w 1963787"/>
                <a:gd name="connsiteY8" fmla="*/ 1039961 h 3178856"/>
                <a:gd name="connsiteX9" fmla="*/ 0 w 1963787"/>
                <a:gd name="connsiteY9" fmla="*/ 0 h 3178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3787" h="3178856">
                  <a:moveTo>
                    <a:pt x="0" y="0"/>
                  </a:moveTo>
                  <a:lnTo>
                    <a:pt x="1963787" y="0"/>
                  </a:lnTo>
                  <a:lnTo>
                    <a:pt x="1963787" y="1967129"/>
                  </a:lnTo>
                  <a:lnTo>
                    <a:pt x="1963787" y="2349671"/>
                  </a:lnTo>
                  <a:lnTo>
                    <a:pt x="1963787" y="3178856"/>
                  </a:lnTo>
                  <a:lnTo>
                    <a:pt x="1963753" y="3178856"/>
                  </a:lnTo>
                  <a:lnTo>
                    <a:pt x="1763002" y="3168629"/>
                  </a:lnTo>
                  <a:cubicBezTo>
                    <a:pt x="772749" y="3067186"/>
                    <a:pt x="0" y="2223585"/>
                    <a:pt x="0" y="1197921"/>
                  </a:cubicBezTo>
                  <a:lnTo>
                    <a:pt x="0" y="1039961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252549"/>
            <a:ext cx="6220278" cy="3262811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85939"/>
            <a:ext cx="6220277" cy="2919512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74" r:id="rId4"/>
    <p:sldLayoutId id="2147483671" r:id="rId5"/>
    <p:sldLayoutId id="2147483659" r:id="rId6"/>
    <p:sldLayoutId id="2147483668" r:id="rId7"/>
    <p:sldLayoutId id="2147483669" r:id="rId8"/>
    <p:sldLayoutId id="2147483677" r:id="rId9"/>
    <p:sldLayoutId id="2147483676" r:id="rId10"/>
    <p:sldLayoutId id="2147483661" r:id="rId11"/>
    <p:sldLayoutId id="2147483666" r:id="rId12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90700" y="1393398"/>
            <a:ext cx="8807780" cy="1171938"/>
          </a:xfrm>
        </p:spPr>
        <p:txBody>
          <a:bodyPr/>
          <a:lstStyle/>
          <a:p>
            <a:r>
              <a:rPr lang="vi-VN" sz="6600" dirty="0">
                <a:solidFill>
                  <a:srgbClr val="00B050"/>
                </a:solidFill>
              </a:rPr>
              <a:t>HTML DOM in </a:t>
            </a:r>
            <a:r>
              <a:rPr lang="vi-VN" sz="6600" dirty="0" err="1">
                <a:solidFill>
                  <a:srgbClr val="00B050"/>
                </a:solidFill>
              </a:rPr>
              <a:t>Practice</a:t>
            </a:r>
            <a:endParaRPr lang="vi-VN" sz="6600" dirty="0">
              <a:solidFill>
                <a:srgbClr val="00B05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B508EA-3505-5429-8B2A-73354E242F7F}"/>
              </a:ext>
            </a:extLst>
          </p:cNvPr>
          <p:cNvSpPr txBox="1"/>
          <p:nvPr/>
        </p:nvSpPr>
        <p:spPr>
          <a:xfrm>
            <a:off x="2017692" y="3075057"/>
            <a:ext cx="85537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B050"/>
                </a:solidFill>
              </a:rPr>
              <a:t>Solving a System of Linear Equations</a:t>
            </a:r>
            <a:endParaRPr lang="en-ID" sz="4000" b="1" dirty="0">
              <a:solidFill>
                <a:srgbClr val="00B05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09E0D2-F105-B3F5-F3B7-14D486B53A90}"/>
              </a:ext>
            </a:extLst>
          </p:cNvPr>
          <p:cNvSpPr txBox="1"/>
          <p:nvPr/>
        </p:nvSpPr>
        <p:spPr>
          <a:xfrm>
            <a:off x="3894069" y="5239560"/>
            <a:ext cx="39734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400" dirty="0" err="1">
                <a:solidFill>
                  <a:srgbClr val="00B050"/>
                </a:solidFill>
              </a:rPr>
              <a:t>Name:Nguyễn</a:t>
            </a:r>
            <a:r>
              <a:rPr lang="en-ID" sz="2400" dirty="0">
                <a:solidFill>
                  <a:srgbClr val="00B050"/>
                </a:solidFill>
              </a:rPr>
              <a:t> Vũ Duy Hiển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F5EAC3-1C42-F806-C55B-CA0E39204C92}"/>
              </a:ext>
            </a:extLst>
          </p:cNvPr>
          <p:cNvSpPr txBox="1"/>
          <p:nvPr/>
        </p:nvSpPr>
        <p:spPr>
          <a:xfrm>
            <a:off x="4525835" y="6150250"/>
            <a:ext cx="38654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</a:rPr>
              <a:t>Class:DA24TTC</a:t>
            </a:r>
            <a:endParaRPr lang="en-ID" sz="24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7983" y="58774"/>
            <a:ext cx="5816525" cy="733656"/>
          </a:xfrm>
        </p:spPr>
        <p:txBody>
          <a:bodyPr/>
          <a:lstStyle/>
          <a:p>
            <a:r>
              <a:rPr lang="en-ID" dirty="0">
                <a:solidFill>
                  <a:srgbClr val="00B050"/>
                </a:solidFill>
              </a:rPr>
              <a:t>What is HTML DOM?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162" y="1767017"/>
            <a:ext cx="10412885" cy="435575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DOM stands for Document Object Model.</a:t>
            </a:r>
          </a:p>
          <a:p>
            <a:r>
              <a:rPr lang="en-US" dirty="0"/>
              <a:t>Represents HTML as a tree structure.</a:t>
            </a:r>
          </a:p>
          <a:p>
            <a:r>
              <a:rPr lang="en-US" dirty="0"/>
              <a:t>Each element is an object (node).</a:t>
            </a:r>
          </a:p>
          <a:p>
            <a:r>
              <a:rPr lang="en-US" dirty="0"/>
              <a:t>JavaScript can access and modify it.</a:t>
            </a:r>
          </a:p>
          <a:p>
            <a:r>
              <a:rPr lang="en-US" dirty="0"/>
              <a:t>Example: &lt;input&gt; becomes an object in DOM</a:t>
            </a:r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BDD06A6A-79BF-808F-2078-955AB218210D}"/>
              </a:ext>
            </a:extLst>
          </p:cNvPr>
          <p:cNvSpPr txBox="1"/>
          <p:nvPr/>
        </p:nvSpPr>
        <p:spPr>
          <a:xfrm>
            <a:off x="3215539" y="96890"/>
            <a:ext cx="689736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200" b="1" dirty="0">
                <a:solidFill>
                  <a:srgbClr val="00B050"/>
                </a:solidFill>
              </a:rPr>
              <a:t>DOM Tree Structure</a:t>
            </a:r>
          </a:p>
        </p:txBody>
      </p:sp>
      <p:graphicFrame>
        <p:nvGraphicFramePr>
          <p:cNvPr id="15" name="Diagram 14">
            <a:extLst>
              <a:ext uri="{FF2B5EF4-FFF2-40B4-BE49-F238E27FC236}">
                <a16:creationId xmlns:a16="http://schemas.microsoft.com/office/drawing/2014/main" id="{C6E394DC-AA3D-FF6D-E490-41B2144EAFF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31272045"/>
              </p:ext>
            </p:extLst>
          </p:nvPr>
        </p:nvGraphicFramePr>
        <p:xfrm>
          <a:off x="693706" y="678231"/>
          <a:ext cx="10345706" cy="59950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07915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4">
            <a:extLst>
              <a:ext uri="{FF2B5EF4-FFF2-40B4-BE49-F238E27FC236}">
                <a16:creationId xmlns:a16="http://schemas.microsoft.com/office/drawing/2014/main" id="{5CF74D7E-B4E3-5700-2864-4C22ABEDA72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05563" y="1724457"/>
            <a:ext cx="8029764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enorite" panose="00000500000000000000" pitchFamily="2" charset="0"/>
              </a:rPr>
              <a:t>Use </a:t>
            </a:r>
            <a:r>
              <a:rPr lang="en-US" altLang="en-US" sz="2400" dirty="0" err="1">
                <a:latin typeface="Tenorite" panose="00000500000000000000" pitchFamily="2" charset="0"/>
              </a:rPr>
              <a:t>document.getElementById</a:t>
            </a:r>
            <a:r>
              <a:rPr lang="en-US" altLang="en-US" sz="2400" dirty="0">
                <a:latin typeface="Tenorite" panose="00000500000000000000" pitchFamily="2" charset="0"/>
              </a:rPr>
              <a:t>() to return a DOM object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enorite" panose="000005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D43AB0-967A-99E6-3AF4-76661E75B586}"/>
              </a:ext>
            </a:extLst>
          </p:cNvPr>
          <p:cNvSpPr txBox="1"/>
          <p:nvPr/>
        </p:nvSpPr>
        <p:spPr>
          <a:xfrm>
            <a:off x="3197374" y="236169"/>
            <a:ext cx="557723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200" dirty="0">
                <a:solidFill>
                  <a:srgbClr val="00B050"/>
                </a:solidFill>
              </a:rPr>
              <a:t>Accessing Elements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56E78C-51C5-D3A0-0EDE-456DB90FD067}"/>
              </a:ext>
            </a:extLst>
          </p:cNvPr>
          <p:cNvSpPr txBox="1"/>
          <p:nvPr/>
        </p:nvSpPr>
        <p:spPr>
          <a:xfrm>
            <a:off x="605563" y="2543364"/>
            <a:ext cx="77209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Used in your code to retrieve user input data</a:t>
            </a:r>
            <a:endParaRPr lang="en-ID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5A0C4CB-9C73-39A9-4DF1-03533B6ADE85}"/>
              </a:ext>
            </a:extLst>
          </p:cNvPr>
          <p:cNvSpPr txBox="1"/>
          <p:nvPr/>
        </p:nvSpPr>
        <p:spPr>
          <a:xfrm>
            <a:off x="3282151" y="4335830"/>
            <a:ext cx="2107359" cy="6903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D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D4BDE78-2E01-9065-AB50-F9CA2A57B6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5471" y="3752184"/>
            <a:ext cx="3181794" cy="1857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750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48DD4-4828-CE87-0C5C-42BE175E8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9969" y="142307"/>
            <a:ext cx="5486400" cy="959818"/>
          </a:xfrm>
        </p:spPr>
        <p:txBody>
          <a:bodyPr/>
          <a:lstStyle/>
          <a:p>
            <a:r>
              <a:rPr lang="en-US" sz="4200" dirty="0">
                <a:solidFill>
                  <a:srgbClr val="00B050"/>
                </a:solidFill>
              </a:rPr>
              <a:t>Reading Input Values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88F0B9-7648-2FF0-9AB8-3F85DA4A0CD9}"/>
              </a:ext>
            </a:extLst>
          </p:cNvPr>
          <p:cNvSpPr txBox="1"/>
          <p:nvPr/>
        </p:nvSpPr>
        <p:spPr>
          <a:xfrm>
            <a:off x="1417018" y="1501796"/>
            <a:ext cx="88896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.value gets data from &lt;input&gt;</a:t>
            </a:r>
          </a:p>
          <a:p>
            <a:endParaRPr lang="en-US" sz="2400" dirty="0"/>
          </a:p>
          <a:p>
            <a:r>
              <a:rPr lang="en-US" sz="2400" dirty="0"/>
              <a:t>convert to number using Number()</a:t>
            </a:r>
            <a:endParaRPr lang="en-ID" sz="2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8BA9048-9DCF-C8F3-08C1-09FC7C9A1A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7783" y="3189066"/>
            <a:ext cx="5630061" cy="24768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DCA1162-9DF8-E457-66D2-FA31D14B2000}"/>
              </a:ext>
            </a:extLst>
          </p:cNvPr>
          <p:cNvSpPr txBox="1"/>
          <p:nvPr/>
        </p:nvSpPr>
        <p:spPr>
          <a:xfrm>
            <a:off x="1417018" y="4171379"/>
            <a:ext cx="99493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Converting data into numbers is crucial for calculations.</a:t>
            </a:r>
            <a:endParaRPr lang="en-ID" sz="2400" dirty="0"/>
          </a:p>
        </p:txBody>
      </p:sp>
    </p:spTree>
    <p:extLst>
      <p:ext uri="{BB962C8B-B14F-4D97-AF65-F5344CB8AC3E}">
        <p14:creationId xmlns:p14="http://schemas.microsoft.com/office/powerpoint/2010/main" val="3662677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DF9E134-98AA-3ECE-E40A-180C85ACD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7190" y="269751"/>
            <a:ext cx="4573244" cy="644650"/>
          </a:xfrm>
        </p:spPr>
        <p:txBody>
          <a:bodyPr/>
          <a:lstStyle/>
          <a:p>
            <a:r>
              <a:rPr lang="en-ID" dirty="0">
                <a:solidFill>
                  <a:srgbClr val="00B050"/>
                </a:solidFill>
              </a:rPr>
              <a:t>Event Handling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8376F3-24F6-91CF-F790-D3940216D26C}"/>
              </a:ext>
            </a:extLst>
          </p:cNvPr>
          <p:cNvSpPr txBox="1"/>
          <p:nvPr/>
        </p:nvSpPr>
        <p:spPr>
          <a:xfrm>
            <a:off x="890177" y="1526019"/>
            <a:ext cx="641291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400" dirty="0"/>
              <a:t>HTML DOM allows interaction via events.</a:t>
            </a:r>
          </a:p>
          <a:p>
            <a:endParaRPr lang="en-ID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26FE68-3DF3-4FBA-96FF-7CB334037D02}"/>
              </a:ext>
            </a:extLst>
          </p:cNvPr>
          <p:cNvSpPr txBox="1"/>
          <p:nvPr/>
        </p:nvSpPr>
        <p:spPr>
          <a:xfrm>
            <a:off x="890176" y="2345776"/>
            <a:ext cx="39361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400" dirty="0" err="1"/>
              <a:t>Example:button</a:t>
            </a:r>
            <a:r>
              <a:rPr lang="en-ID" sz="2400" dirty="0"/>
              <a:t> click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2C385BF-3375-9494-303C-350BAED955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176" y="3105105"/>
            <a:ext cx="7106642" cy="32389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C24C293-E113-2103-EB52-8CC99F35C6FC}"/>
              </a:ext>
            </a:extLst>
          </p:cNvPr>
          <p:cNvSpPr txBox="1"/>
          <p:nvPr/>
        </p:nvSpPr>
        <p:spPr>
          <a:xfrm>
            <a:off x="890176" y="3869547"/>
            <a:ext cx="75816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onclick event will trigger a JavaScript function.</a:t>
            </a:r>
            <a:endParaRPr lang="en-ID" sz="2400" dirty="0"/>
          </a:p>
        </p:txBody>
      </p:sp>
    </p:spTree>
    <p:extLst>
      <p:ext uri="{BB962C8B-B14F-4D97-AF65-F5344CB8AC3E}">
        <p14:creationId xmlns:p14="http://schemas.microsoft.com/office/powerpoint/2010/main" val="1265939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C00FF-6B42-7D84-7831-AACC4E189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9748" y="0"/>
            <a:ext cx="8435492" cy="996755"/>
          </a:xfrm>
        </p:spPr>
        <p:txBody>
          <a:bodyPr/>
          <a:lstStyle/>
          <a:p>
            <a:r>
              <a:rPr lang="en-ID" dirty="0">
                <a:solidFill>
                  <a:srgbClr val="00B050"/>
                </a:solidFill>
              </a:rPr>
              <a:t>DOM + Logic (Math Processing)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A7FD4F-FAED-D792-9642-6957925DB9F2}"/>
              </a:ext>
            </a:extLst>
          </p:cNvPr>
          <p:cNvSpPr txBox="1"/>
          <p:nvPr/>
        </p:nvSpPr>
        <p:spPr>
          <a:xfrm>
            <a:off x="466283" y="1132404"/>
            <a:ext cx="991306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DOM collects input data</a:t>
            </a:r>
          </a:p>
          <a:p>
            <a:r>
              <a:rPr lang="en-US" sz="2400" dirty="0"/>
              <a:t>JavaScript processes the data</a:t>
            </a:r>
          </a:p>
          <a:p>
            <a:endParaRPr lang="en-US" sz="2400" dirty="0"/>
          </a:p>
          <a:p>
            <a:r>
              <a:rPr lang="en-US" sz="2400" dirty="0"/>
              <a:t>Formulas used:</a:t>
            </a:r>
          </a:p>
          <a:p>
            <a:endParaRPr lang="en-US" sz="2400" dirty="0"/>
          </a:p>
          <a:p>
            <a:r>
              <a:rPr lang="en-US" sz="2400" dirty="0"/>
              <a:t>D = ae − bd</a:t>
            </a:r>
          </a:p>
          <a:p>
            <a:r>
              <a:rPr lang="en-US" sz="2400" dirty="0"/>
              <a:t>Dx = </a:t>
            </a:r>
            <a:r>
              <a:rPr lang="en-US" sz="2400" dirty="0" err="1"/>
              <a:t>ce</a:t>
            </a:r>
            <a:r>
              <a:rPr lang="en-US" sz="2400" dirty="0"/>
              <a:t> − bf</a:t>
            </a:r>
          </a:p>
          <a:p>
            <a:r>
              <a:rPr lang="en-US" sz="2400" dirty="0"/>
              <a:t>Dy = </a:t>
            </a:r>
            <a:r>
              <a:rPr lang="en-US" sz="2400" dirty="0" err="1"/>
              <a:t>af</a:t>
            </a:r>
            <a:r>
              <a:rPr lang="en-US" sz="2400" dirty="0"/>
              <a:t> − cd</a:t>
            </a:r>
          </a:p>
          <a:p>
            <a:r>
              <a:rPr lang="en-US" sz="2400" dirty="0"/>
              <a:t>In the code, it is written as follows:</a:t>
            </a:r>
            <a:endParaRPr lang="en-ID" sz="2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11FBEF0-8364-AD06-2FE7-5AE4B392E3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158" y="4704054"/>
            <a:ext cx="3753374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261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FF5EE67-DE83-C00F-F31C-58A2B4623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4829" y="847072"/>
            <a:ext cx="6590448" cy="502619"/>
          </a:xfrm>
        </p:spPr>
        <p:txBody>
          <a:bodyPr/>
          <a:lstStyle/>
          <a:p>
            <a:r>
              <a:rPr lang="en-US" dirty="0">
                <a:solidFill>
                  <a:srgbClr val="00B050"/>
                </a:solidFill>
              </a:rPr>
              <a:t>Engaging the audience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4B2F8B-1C63-DC0C-3A09-B87D7D2600AB}"/>
              </a:ext>
            </a:extLst>
          </p:cNvPr>
          <p:cNvSpPr txBox="1"/>
          <p:nvPr/>
        </p:nvSpPr>
        <p:spPr>
          <a:xfrm>
            <a:off x="1211126" y="1737966"/>
            <a:ext cx="580734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Use .</a:t>
            </a:r>
            <a:r>
              <a:rPr lang="en-US" sz="2400" dirty="0" err="1"/>
              <a:t>innerHTML</a:t>
            </a:r>
            <a:r>
              <a:rPr lang="en-US" sz="2400" dirty="0"/>
              <a:t> to change content.</a:t>
            </a:r>
          </a:p>
          <a:p>
            <a:endParaRPr lang="en-ID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359CEA-9173-CBB4-874A-6921200ACB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6185" y="2845558"/>
            <a:ext cx="5953956" cy="28579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5DC38DE-8E66-5060-675F-768F1819279B}"/>
              </a:ext>
            </a:extLst>
          </p:cNvPr>
          <p:cNvSpPr txBox="1"/>
          <p:nvPr/>
        </p:nvSpPr>
        <p:spPr>
          <a:xfrm>
            <a:off x="1211126" y="3777214"/>
            <a:ext cx="81266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Used to display the result on the webpage.</a:t>
            </a:r>
            <a:endParaRPr lang="en-ID" sz="2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3EABF26-16F4-98A1-01B8-8C6537BDEA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6185" y="4587093"/>
            <a:ext cx="7154273" cy="1171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338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0786E-306F-FA21-4F87-81A032C68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7632" y="191027"/>
            <a:ext cx="4639856" cy="750886"/>
          </a:xfrm>
        </p:spPr>
        <p:txBody>
          <a:bodyPr/>
          <a:lstStyle/>
          <a:p>
            <a:r>
              <a:rPr lang="en-US" dirty="0">
                <a:solidFill>
                  <a:srgbClr val="00B050"/>
                </a:solidFill>
              </a:rPr>
              <a:t>Output Display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5CDB6E-C94E-377B-5DCB-83AFE1ADB338}"/>
              </a:ext>
            </a:extLst>
          </p:cNvPr>
          <p:cNvSpPr txBox="1"/>
          <p:nvPr/>
        </p:nvSpPr>
        <p:spPr>
          <a:xfrm>
            <a:off x="1602723" y="2219142"/>
            <a:ext cx="44932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400" dirty="0"/>
              <a:t>Results shown dynamically.</a:t>
            </a:r>
          </a:p>
          <a:p>
            <a:r>
              <a:rPr lang="en-ID" sz="2400" dirty="0"/>
              <a:t>No page reload needed.</a:t>
            </a:r>
          </a:p>
          <a:p>
            <a:r>
              <a:rPr lang="en-ID" sz="2400" dirty="0"/>
              <a:t>Improves user experience.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24E952-397D-0E71-FC1B-BE4215A50506}"/>
              </a:ext>
            </a:extLst>
          </p:cNvPr>
          <p:cNvSpPr txBox="1"/>
          <p:nvPr/>
        </p:nvSpPr>
        <p:spPr>
          <a:xfrm>
            <a:off x="1574463" y="1175500"/>
            <a:ext cx="36576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3200" dirty="0">
                <a:solidFill>
                  <a:srgbClr val="00B050"/>
                </a:solidFill>
              </a:rPr>
              <a:t>DOM Help: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678163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4CFB73D-B7C9-A177-04F3-E48E841A8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6584" y="341512"/>
            <a:ext cx="3156227" cy="712168"/>
          </a:xfrm>
        </p:spPr>
        <p:txBody>
          <a:bodyPr/>
          <a:lstStyle/>
          <a:p>
            <a:r>
              <a:rPr lang="en-ID" dirty="0">
                <a:solidFill>
                  <a:srgbClr val="00B050"/>
                </a:solidFill>
              </a:rPr>
              <a:t>Conclusion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CEA2D8-932E-314A-0244-1A413653280D}"/>
              </a:ext>
            </a:extLst>
          </p:cNvPr>
          <p:cNvSpPr txBox="1"/>
          <p:nvPr/>
        </p:nvSpPr>
        <p:spPr>
          <a:xfrm>
            <a:off x="1392795" y="1301961"/>
            <a:ext cx="6400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HTML DOM connects HTML &amp; JavaScript.</a:t>
            </a:r>
          </a:p>
          <a:p>
            <a:r>
              <a:rPr lang="en-ID" sz="2400" dirty="0">
                <a:solidFill>
                  <a:schemeClr val="bg1"/>
                </a:solidFill>
              </a:rPr>
              <a:t>Key functions used:</a:t>
            </a:r>
          </a:p>
          <a:p>
            <a:r>
              <a:rPr lang="en-ID" sz="2400" dirty="0">
                <a:solidFill>
                  <a:schemeClr val="bg1"/>
                </a:solidFill>
              </a:rPr>
              <a:t>-</a:t>
            </a:r>
            <a:r>
              <a:rPr lang="en-ID" sz="2400" dirty="0" err="1">
                <a:solidFill>
                  <a:schemeClr val="bg1"/>
                </a:solidFill>
              </a:rPr>
              <a:t>getElementById</a:t>
            </a:r>
            <a:r>
              <a:rPr lang="en-ID" sz="2400" dirty="0">
                <a:solidFill>
                  <a:schemeClr val="bg1"/>
                </a:solidFill>
              </a:rPr>
              <a:t>()</a:t>
            </a:r>
          </a:p>
          <a:p>
            <a:r>
              <a:rPr lang="en-ID" sz="2400" dirty="0">
                <a:solidFill>
                  <a:schemeClr val="bg1"/>
                </a:solidFill>
              </a:rPr>
              <a:t>-.value</a:t>
            </a:r>
          </a:p>
          <a:p>
            <a:r>
              <a:rPr lang="en-ID" sz="2400" dirty="0">
                <a:solidFill>
                  <a:schemeClr val="bg1"/>
                </a:solidFill>
              </a:rPr>
              <a:t>-.</a:t>
            </a:r>
            <a:r>
              <a:rPr lang="en-ID" sz="2400" dirty="0" err="1">
                <a:solidFill>
                  <a:schemeClr val="bg1"/>
                </a:solidFill>
              </a:rPr>
              <a:t>innerHTML</a:t>
            </a:r>
            <a:endParaRPr lang="en-ID" sz="2400" dirty="0">
              <a:solidFill>
                <a:schemeClr val="bg1"/>
              </a:solidFill>
            </a:endParaRPr>
          </a:p>
          <a:p>
            <a:r>
              <a:rPr lang="en-ID" sz="2400" dirty="0">
                <a:solidFill>
                  <a:schemeClr val="bg1"/>
                </a:solidFill>
              </a:rPr>
              <a:t>Enables interactive web applications.</a:t>
            </a:r>
          </a:p>
        </p:txBody>
      </p:sp>
    </p:spTree>
    <p:extLst>
      <p:ext uri="{BB962C8B-B14F-4D97-AF65-F5344CB8AC3E}">
        <p14:creationId xmlns:p14="http://schemas.microsoft.com/office/powerpoint/2010/main" val="26521028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58582-4D31-CC6B-9127-452135F09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07AA89-0E05-A153-F1E1-A609FE779C21}"/>
              </a:ext>
            </a:extLst>
          </p:cNvPr>
          <p:cNvSpPr txBox="1"/>
          <p:nvPr/>
        </p:nvSpPr>
        <p:spPr>
          <a:xfrm>
            <a:off x="3336653" y="2355639"/>
            <a:ext cx="53410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7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39446518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45331398_Win32_SL_V13" id="{C59E605D-C281-4A06-BDA0-E97A35AC3AA8}" vid="{25D1D206-DA25-4050-926A-BD6D3A1B506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5A8381C-73EB-48EA-B45F-7B7C8C7DF40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1E98C35-9ECE-4425-BCBA-00E118C705C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5AA6A711-2C3F-4EC0-B88B-62D7408511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Universal presentation</Template>
  <TotalTime>86</TotalTime>
  <Words>271</Words>
  <Application>Microsoft Office PowerPoint</Application>
  <PresentationFormat>Widescreen</PresentationFormat>
  <Paragraphs>68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Tenorite</vt:lpstr>
      <vt:lpstr>Custom</vt:lpstr>
      <vt:lpstr>HTML DOM in Practice</vt:lpstr>
      <vt:lpstr>What is HTML DOM?</vt:lpstr>
      <vt:lpstr>PowerPoint Presentation</vt:lpstr>
      <vt:lpstr>PowerPoint Presentation</vt:lpstr>
      <vt:lpstr>Reading Input Values</vt:lpstr>
      <vt:lpstr>Event Handling</vt:lpstr>
      <vt:lpstr>DOM + Logic (Math Processing)</vt:lpstr>
      <vt:lpstr>Engaging the audience</vt:lpstr>
      <vt:lpstr>Output Display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Hiển Nguyễn</dc:creator>
  <cp:lastModifiedBy>Hiển Nguyễn</cp:lastModifiedBy>
  <cp:revision>2</cp:revision>
  <dcterms:created xsi:type="dcterms:W3CDTF">2026-05-18T11:41:02Z</dcterms:created>
  <dcterms:modified xsi:type="dcterms:W3CDTF">2026-05-18T13:07:35Z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